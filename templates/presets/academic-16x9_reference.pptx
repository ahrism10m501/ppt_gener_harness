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Sz cy="6858000" cx="12191695" type="screen16x9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12191695" cy="1583848"/>
          </a:xfrm>
          <a:prstGeom prst="rect">
            <a:avLst/>
          </a:prstGeom>
          <a:solidFill>
            <a:srgbClr val="0A2E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6E0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12191697" cy="170519"/>
          </a:xfrm>
          <a:prstGeom prst="rect">
            <a:avLst/>
          </a:prstGeom>
          <a:solidFill>
            <a:srgbClr val="4A89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554167" y="2137438"/>
            <a:ext cx="11083360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563866" y="3003157"/>
            <a:ext cx="11063963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6E05E"/>
              </a:buClr>
              <a:buSzPts val="2400"/>
              <a:buNone/>
              <a:defRPr b="1" sz="2400">
                <a:solidFill>
                  <a:srgbClr val="F6E0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8672443" y="1"/>
            <a:ext cx="3519252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8672443" cy="26866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684924" y="3982062"/>
            <a:ext cx="6840896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2228794" y="4714958"/>
            <a:ext cx="7753157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98590" y="43254"/>
            <a:ext cx="54268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idx="1" type="body"/>
          </p:nvPr>
        </p:nvSpPr>
        <p:spPr>
          <a:xfrm>
            <a:off x="2887192" y="130340"/>
            <a:ext cx="9017639" cy="659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/>
          <p:nvPr/>
        </p:nvSpPr>
        <p:spPr>
          <a:xfrm>
            <a:off x="-1" y="0"/>
            <a:ext cx="2565836" cy="6858000"/>
          </a:xfrm>
          <a:prstGeom prst="rect">
            <a:avLst/>
          </a:prstGeom>
          <a:gradFill>
            <a:gsLst>
              <a:gs pos="0">
                <a:srgbClr val="0F4C81"/>
              </a:gs>
              <a:gs pos="70000">
                <a:srgbClr val="0F4C81">
                  <a:alpha val="90196"/>
                </a:srgbClr>
              </a:gs>
              <a:gs pos="100000">
                <a:srgbClr val="0F4C81">
                  <a:alpha val="7490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8"/>
          <p:cNvSpPr/>
          <p:nvPr/>
        </p:nvSpPr>
        <p:spPr>
          <a:xfrm>
            <a:off x="127081" y="3025913"/>
            <a:ext cx="2184152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111827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127081" y="3811766"/>
            <a:ext cx="2184152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111827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52779" y="3167390"/>
            <a:ext cx="2332756" cy="52322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111827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12191695" cy="1308965"/>
          </a:xfrm>
          <a:prstGeom prst="rect">
            <a:avLst/>
          </a:prstGeom>
          <a:solidFill>
            <a:srgbClr val="0A2E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6E0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12191697" cy="170519"/>
          </a:xfrm>
          <a:prstGeom prst="rect">
            <a:avLst/>
          </a:prstGeom>
          <a:solidFill>
            <a:srgbClr val="4A89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563866" y="3395811"/>
            <a:ext cx="11063963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6E05E"/>
              </a:buClr>
              <a:buSzPts val="2400"/>
              <a:buNone/>
              <a:defRPr b="1" sz="2400">
                <a:solidFill>
                  <a:srgbClr val="F6E0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554167" y="2861201"/>
            <a:ext cx="11083360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01042" y="903151"/>
            <a:ext cx="10515337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2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F4C81"/>
              </a:gs>
              <a:gs pos="50000">
                <a:srgbClr val="0F4C81">
                  <a:alpha val="70196"/>
                </a:srgbClr>
              </a:gs>
              <a:gs pos="100000">
                <a:srgbClr val="0F4C81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38179" y="95107"/>
            <a:ext cx="2263010" cy="5110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 preserve="1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12191695" cy="1583848"/>
          </a:xfrm>
          <a:prstGeom prst="rect">
            <a:avLst/>
          </a:prstGeom>
          <a:solidFill>
            <a:srgbClr val="0A2E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6E0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12191697" cy="170519"/>
          </a:xfrm>
          <a:prstGeom prst="rect">
            <a:avLst/>
          </a:prstGeom>
          <a:solidFill>
            <a:srgbClr val="4A89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554167" y="2137438"/>
            <a:ext cx="11083360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563866" y="3003157"/>
            <a:ext cx="11063963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6E05E"/>
              </a:buClr>
              <a:buSzPts val="2400"/>
              <a:buNone/>
              <a:defRPr b="1" sz="2400">
                <a:solidFill>
                  <a:srgbClr val="F6E0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8672443" y="1"/>
            <a:ext cx="3519252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8672443" cy="26866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684924" y="3982062"/>
            <a:ext cx="6840896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2228794" y="4714958"/>
            <a:ext cx="7753157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98590" y="43254"/>
            <a:ext cx="54268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 type="secHead" preserve="1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12191695" cy="1308965"/>
          </a:xfrm>
          <a:prstGeom prst="rect">
            <a:avLst/>
          </a:prstGeom>
          <a:solidFill>
            <a:srgbClr val="0A2E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6E0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12191697" cy="170519"/>
          </a:xfrm>
          <a:prstGeom prst="rect">
            <a:avLst/>
          </a:prstGeom>
          <a:solidFill>
            <a:srgbClr val="4A89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563866" y="3395811"/>
            <a:ext cx="11063963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6E05E"/>
              </a:buClr>
              <a:buSzPts val="2400"/>
              <a:buNone/>
              <a:defRPr b="1" sz="2400">
                <a:solidFill>
                  <a:srgbClr val="F6E0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54167" y="2861201"/>
            <a:ext cx="11083360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2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F4C81"/>
              </a:gs>
              <a:gs pos="50000">
                <a:srgbClr val="0F4C81">
                  <a:alpha val="70196"/>
                </a:srgbClr>
              </a:gs>
              <a:gs pos="100000">
                <a:srgbClr val="0F4C81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11365992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2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F4C81"/>
              </a:gs>
              <a:gs pos="50000">
                <a:srgbClr val="0F4C81">
                  <a:alpha val="70196"/>
                </a:srgbClr>
              </a:gs>
              <a:gs pos="100000">
                <a:srgbClr val="0F4C81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2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F4C81"/>
              </a:gs>
              <a:gs pos="50000">
                <a:srgbClr val="0F4C81">
                  <a:alpha val="70196"/>
                </a:srgbClr>
              </a:gs>
              <a:gs pos="100000">
                <a:srgbClr val="0F4C81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ntent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2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F4C81"/>
              </a:gs>
              <a:gs pos="50000">
                <a:srgbClr val="0F4C81">
                  <a:alpha val="70196"/>
                </a:srgbClr>
              </a:gs>
              <a:gs pos="100000">
                <a:srgbClr val="0F4C81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11365992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2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F4C81"/>
              </a:gs>
              <a:gs pos="50000">
                <a:srgbClr val="0F4C81">
                  <a:alpha val="70196"/>
                </a:srgbClr>
              </a:gs>
              <a:gs pos="100000">
                <a:srgbClr val="0F4C81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2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F4C81"/>
              </a:gs>
              <a:gs pos="50000">
                <a:srgbClr val="0F4C81">
                  <a:alpha val="70196"/>
                </a:srgbClr>
              </a:gs>
              <a:gs pos="100000">
                <a:srgbClr val="0F4C81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285488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8159496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2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F4C81"/>
              </a:gs>
              <a:gs pos="50000">
                <a:srgbClr val="0F4C81">
                  <a:alpha val="70196"/>
                </a:srgbClr>
              </a:gs>
              <a:gs pos="100000">
                <a:srgbClr val="0F4C81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411480" y="3790188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4" name="RVLAB Content 4"/>
          <p:cNvSpPr/>
          <p:nvPr>
            <p:ph idx="4"/>
          </p:nvPr>
        </p:nvSpPr>
        <p:spPr>
          <a:xfrm>
            <a:off x="6222492" y="3790188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vlabLayout5" Type="http://schemas.openxmlformats.org/officeDocument/2006/relationships/slideLayout" Target="../slideLayouts/slideLayout5.xml"/><Relationship Id="rvlabLayout6" Type="http://schemas.openxmlformats.org/officeDocument/2006/relationships/slideLayout" Target="../slideLayouts/slideLayout6.xml"/><Relationship Id="rvlabLayout7" Type="http://schemas.openxmlformats.org/officeDocument/2006/relationships/slideLayout" Target="../slideLayouts/slideLayout7.xml"/><Relationship Id="rvlabLayout8" Type="http://schemas.openxmlformats.org/officeDocument/2006/relationships/slideLayout" Target="../slideLayouts/slideLayout8.xml"/><Relationship Id="rvlabLayout9" Type="http://schemas.openxmlformats.org/officeDocument/2006/relationships/slideLayout" Target="../slideLayouts/slideLayout9.xml"/><Relationship Id="rvlabLayout10" Type="http://schemas.openxmlformats.org/officeDocument/2006/relationships/slideLayout" Target="../slideLayouts/slideLayout10.xml"/><Relationship Id="rvlabLayout11" Type="http://schemas.openxmlformats.org/officeDocument/2006/relationships/slideLayout" Target="../slideLayouts/slideLayout11.xml"/><Relationship Id="rvlabLayout12" Type="http://schemas.openxmlformats.org/officeDocument/2006/relationships/slideLayout" Target="../slideLayouts/slideLayout12.xml"/><Relationship Id="rvlabLayout13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179" y="365126"/>
            <a:ext cx="10515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179" y="1825625"/>
            <a:ext cx="105153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179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499" y="6356351"/>
            <a:ext cx="41146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385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vlabLayout5"/>
    <p:sldLayoutId id="2147483654" r:id="rvlabLayout6"/>
    <p:sldLayoutId id="2147483655" r:id="rvlabLayout7"/>
    <p:sldLayoutId id="2147483656" r:id="rvlabLayout8"/>
    <p:sldLayoutId id="2147483657" r:id="rvlabLayout9"/>
    <p:sldLayoutId id="2147483658" r:id="rvlabLayout10"/>
    <p:sldLayoutId id="2147483659" r:id="rvlabLayout11"/>
    <p:sldLayoutId id="2147483660" r:id="rvlabLayout12"/>
    <p:sldLayoutId id="2147483661" r:id="rvlabLayout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111827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11827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11827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11827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111827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11827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11827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11827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/>
</file>