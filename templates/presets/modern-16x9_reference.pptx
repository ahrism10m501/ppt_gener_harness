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Sz cy="6858000" cx="12191695" type="screen16x9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n/rVjmUmMHsZuiS0dxXj2XCP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12191695" cy="15838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FDE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12191697" cy="1705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554167" y="2137438"/>
            <a:ext cx="11083360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563866" y="3003157"/>
            <a:ext cx="11063963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E047"/>
              </a:buClr>
              <a:buSzPts val="2400"/>
              <a:buNone/>
              <a:defRPr b="1" sz="2400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8672443" y="1"/>
            <a:ext cx="3519252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0" y="0"/>
            <a:ext cx="8672443" cy="26866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684924" y="3982062"/>
            <a:ext cx="6840896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2228794" y="4714958"/>
            <a:ext cx="7753157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98590" y="43254"/>
            <a:ext cx="54268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idx="1" type="body"/>
          </p:nvPr>
        </p:nvSpPr>
        <p:spPr>
          <a:xfrm>
            <a:off x="2887192" y="130340"/>
            <a:ext cx="9017639" cy="659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/>
          <p:nvPr/>
        </p:nvSpPr>
        <p:spPr>
          <a:xfrm>
            <a:off x="-1" y="0"/>
            <a:ext cx="2565836" cy="6858000"/>
          </a:xfrm>
          <a:prstGeom prst="rect">
            <a:avLst/>
          </a:prstGeom>
          <a:gradFill>
            <a:gsLst>
              <a:gs pos="0">
                <a:srgbClr val="2563EB"/>
              </a:gs>
              <a:gs pos="70000">
                <a:srgbClr val="2563EB">
                  <a:alpha val="90196"/>
                </a:srgbClr>
              </a:gs>
              <a:gs pos="100000">
                <a:srgbClr val="2563EB">
                  <a:alpha val="74902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8"/>
          <p:cNvSpPr/>
          <p:nvPr/>
        </p:nvSpPr>
        <p:spPr>
          <a:xfrm>
            <a:off x="127081" y="3025913"/>
            <a:ext cx="2184152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0F172A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127081" y="3811766"/>
            <a:ext cx="2184152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0F172A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52779" y="3167390"/>
            <a:ext cx="2332756" cy="52322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F172A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12191695" cy="130896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FDE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12191697" cy="1705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563866" y="3395811"/>
            <a:ext cx="11063963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E047"/>
              </a:buClr>
              <a:buSzPts val="2400"/>
              <a:buNone/>
              <a:defRPr b="1" sz="2400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ctrTitle"/>
          </p:nvPr>
        </p:nvSpPr>
        <p:spPr>
          <a:xfrm>
            <a:off x="554167" y="2861201"/>
            <a:ext cx="11083360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01042" y="903151"/>
            <a:ext cx="10515337" cy="2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3A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2563EB"/>
              </a:gs>
              <a:gs pos="50000">
                <a:srgbClr val="2563EB">
                  <a:alpha val="70196"/>
                </a:srgbClr>
              </a:gs>
              <a:gs pos="100000">
                <a:srgbClr val="2563EB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838179" y="95107"/>
            <a:ext cx="2263010" cy="5110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 preserve="1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12191695" cy="15838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FDE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12191697" cy="1705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554167" y="2137438"/>
            <a:ext cx="11083360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563866" y="3003157"/>
            <a:ext cx="11063963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E047"/>
              </a:buClr>
              <a:buSzPts val="2400"/>
              <a:buNone/>
              <a:defRPr b="1" sz="2400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8672443" y="1"/>
            <a:ext cx="3519252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0" y="0"/>
            <a:ext cx="8672443" cy="26866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684924" y="3982062"/>
            <a:ext cx="6840896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2228794" y="4714958"/>
            <a:ext cx="7753157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4" type="body"/>
          </p:nvPr>
        </p:nvSpPr>
        <p:spPr>
          <a:xfrm>
            <a:off x="98590" y="43254"/>
            <a:ext cx="54268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 type="secHead" preserve="1">
  <p:cSld name="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12191695" cy="130896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FDE0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12191697" cy="1705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563866" y="3395811"/>
            <a:ext cx="11063963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DE047"/>
              </a:buClr>
              <a:buSzPts val="2400"/>
              <a:buNone/>
              <a:defRPr b="1" sz="2400">
                <a:solidFill>
                  <a:srgbClr val="FDE04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54167" y="2861201"/>
            <a:ext cx="11083360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3A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2563EB"/>
              </a:gs>
              <a:gs pos="50000">
                <a:srgbClr val="2563EB">
                  <a:alpha val="70196"/>
                </a:srgbClr>
              </a:gs>
              <a:gs pos="100000">
                <a:srgbClr val="2563EB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11365992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Two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3A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2563EB"/>
              </a:gs>
              <a:gs pos="50000">
                <a:srgbClr val="2563EB">
                  <a:alpha val="70196"/>
                </a:srgbClr>
              </a:gs>
              <a:gs pos="100000">
                <a:srgbClr val="2563EB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22492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mparis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3A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2563EB"/>
              </a:gs>
              <a:gs pos="50000">
                <a:srgbClr val="2563EB">
                  <a:alpha val="70196"/>
                </a:srgbClr>
              </a:gs>
              <a:gs pos="100000">
                <a:srgbClr val="2563EB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22492" y="905256"/>
            <a:ext cx="5554980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Content with Ca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3A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2563EB"/>
              </a:gs>
              <a:gs pos="50000">
                <a:srgbClr val="2563EB">
                  <a:alpha val="70196"/>
                </a:srgbClr>
              </a:gs>
              <a:gs pos="100000">
                <a:srgbClr val="2563EB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11365992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4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3A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2563EB"/>
              </a:gs>
              <a:gs pos="50000">
                <a:srgbClr val="2563EB">
                  <a:alpha val="70196"/>
                </a:srgbClr>
              </a:gs>
              <a:gs pos="100000">
                <a:srgbClr val="2563EB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3A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2563EB"/>
              </a:gs>
              <a:gs pos="50000">
                <a:srgbClr val="2563EB">
                  <a:alpha val="70196"/>
                </a:srgbClr>
              </a:gs>
              <a:gs pos="100000">
                <a:srgbClr val="2563EB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361797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4285488" y="905256"/>
            <a:ext cx="361797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8159496" y="905256"/>
            <a:ext cx="3617976" cy="5513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 preserve="1">
  <p:cSld name="RVLAB Figure Grid 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12191695" cy="24424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038551" y="325154"/>
            <a:ext cx="11153142" cy="457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3A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84479" y="47224"/>
            <a:ext cx="433127" cy="601578"/>
          </a:xfrm>
          <a:prstGeom prst="flowChartManualInput">
            <a:avLst/>
          </a:prstGeom>
          <a:gradFill>
            <a:gsLst>
              <a:gs pos="0">
                <a:srgbClr val="2563EB"/>
              </a:gs>
              <a:gs pos="50000">
                <a:srgbClr val="2563EB">
                  <a:alpha val="70196"/>
                </a:srgbClr>
              </a:gs>
              <a:gs pos="100000">
                <a:srgbClr val="2563EB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30936" y="91440"/>
            <a:ext cx="4389120" cy="5120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4724282" y="6626022"/>
            <a:ext cx="2743131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8008940" y="6626022"/>
            <a:ext cx="4114697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RVLAB Content 1"/>
          <p:cNvSpPr/>
          <p:nvPr>
            <p:ph idx="1"/>
          </p:nvPr>
        </p:nvSpPr>
        <p:spPr>
          <a:xfrm>
            <a:off x="411480" y="905256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2" name="RVLAB Content 2"/>
          <p:cNvSpPr/>
          <p:nvPr>
            <p:ph idx="2"/>
          </p:nvPr>
        </p:nvSpPr>
        <p:spPr>
          <a:xfrm>
            <a:off x="6222492" y="905256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3" name="RVLAB Content 3"/>
          <p:cNvSpPr/>
          <p:nvPr>
            <p:ph idx="3"/>
          </p:nvPr>
        </p:nvSpPr>
        <p:spPr>
          <a:xfrm>
            <a:off x="411480" y="3790188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  <p:sp>
        <p:nvSpPr>
          <p:cNvPr id="104" name="RVLAB Content 4"/>
          <p:cNvSpPr/>
          <p:nvPr>
            <p:ph idx="4"/>
          </p:nvPr>
        </p:nvSpPr>
        <p:spPr>
          <a:xfrm>
            <a:off x="6222492" y="3790188"/>
            <a:ext cx="555498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>
            <a:lvl1pPr algn="l" marL="228600" indent="-152400">
              <a:lnSpc>
                <a:spcPct val="100000"/>
              </a:lnSpc>
              <a:spcAft>
                <a:spcPts val="1000"/>
              </a:spcAft>
              <a:buChar char="▪"/>
              <a:defRPr sz="2000">
                <a:solidFill>
                  <a:srgbClr val="0F172A"/>
                </a:solidFill>
                <a:latin typeface="Arial"/>
                <a:ea typeface="Malgun Gothic"/>
              </a:defRPr>
            </a:lvl1pPr>
            <a:lvl2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2pPr>
            <a:lvl3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3pPr>
            <a:lvl4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4pPr>
            <a:lvl5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5pPr>
            <a:lvl6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6pPr>
            <a:lvl7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7pPr>
            <a:lvl8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8pPr>
            <a:lvl9pPr algn="l" marL="457200" indent="-152400">
              <a:lnSpc>
                <a:spcPct val="100000"/>
              </a:lnSpc>
              <a:spcAft>
                <a:spcPts val="1000"/>
              </a:spcAft>
              <a:buChar char="•"/>
              <a:defRPr sz="1800">
                <a:solidFill>
                  <a:srgbClr val="0F172A"/>
                </a:solidFill>
                <a:latin typeface="Arial"/>
                <a:ea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Relationship Id="rvlabLayout5" Type="http://schemas.openxmlformats.org/officeDocument/2006/relationships/slideLayout" Target="../slideLayouts/slideLayout5.xml"/><Relationship Id="rvlabLayout6" Type="http://schemas.openxmlformats.org/officeDocument/2006/relationships/slideLayout" Target="../slideLayouts/slideLayout6.xml"/><Relationship Id="rvlabLayout7" Type="http://schemas.openxmlformats.org/officeDocument/2006/relationships/slideLayout" Target="../slideLayouts/slideLayout7.xml"/><Relationship Id="rvlabLayout8" Type="http://schemas.openxmlformats.org/officeDocument/2006/relationships/slideLayout" Target="../slideLayouts/slideLayout8.xml"/><Relationship Id="rvlabLayout9" Type="http://schemas.openxmlformats.org/officeDocument/2006/relationships/slideLayout" Target="../slideLayouts/slideLayout9.xml"/><Relationship Id="rvlabLayout10" Type="http://schemas.openxmlformats.org/officeDocument/2006/relationships/slideLayout" Target="../slideLayouts/slideLayout10.xml"/><Relationship Id="rvlabLayout11" Type="http://schemas.openxmlformats.org/officeDocument/2006/relationships/slideLayout" Target="../slideLayouts/slideLayout11.xml"/><Relationship Id="rvlabLayout12" Type="http://schemas.openxmlformats.org/officeDocument/2006/relationships/slideLayout" Target="../slideLayouts/slideLayout12.xml"/><Relationship Id="rvlabLayout13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179" y="365126"/>
            <a:ext cx="10515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179" y="1825625"/>
            <a:ext cx="105153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179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499" y="6356351"/>
            <a:ext cx="411469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385" y="6356351"/>
            <a:ext cx="27431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vlabLayout5"/>
    <p:sldLayoutId id="2147483654" r:id="rvlabLayout6"/>
    <p:sldLayoutId id="2147483655" r:id="rvlabLayout7"/>
    <p:sldLayoutId id="2147483656" r:id="rvlabLayout8"/>
    <p:sldLayoutId id="2147483657" r:id="rvlabLayout9"/>
    <p:sldLayoutId id="2147483658" r:id="rvlabLayout10"/>
    <p:sldLayoutId id="2147483659" r:id="rvlabLayout11"/>
    <p:sldLayoutId id="2147483660" r:id="rvlabLayout12"/>
    <p:sldLayoutId id="2147483661" r:id="rvlabLayout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F172A"/>
        </a:buClr>
        <a:buFont typeface="Arial"/>
        <a:defRPr b="0" i="0" spc="0" sz="1400" u="none" cap="none" strike="noStrike">
          <a:solidFill>
            <a:srgbClr val="0F172A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F172A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F172A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F172A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F172A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F172A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/>
</file>