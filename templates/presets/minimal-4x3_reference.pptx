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Sz cy="6858000" cx="9144000" type="screen4x3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in/rVjmUmMHsZuiS0dxXj2XCPf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/>
          <p:nvPr/>
        </p:nvSpPr>
        <p:spPr>
          <a:xfrm>
            <a:off x="0" y="2008029"/>
            <a:ext cx="9144000" cy="15838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E2E8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7"/>
          <p:cNvSpPr/>
          <p:nvPr/>
        </p:nvSpPr>
        <p:spPr>
          <a:xfrm>
            <a:off x="0" y="3586925"/>
            <a:ext cx="9144001" cy="170519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" name="Google Shape;18;p7"/>
          <p:cNvSpPr txBox="1"/>
          <p:nvPr>
            <p:ph type="ctrTitle"/>
          </p:nvPr>
        </p:nvSpPr>
        <p:spPr>
          <a:xfrm>
            <a:off x="415636" y="2137438"/>
            <a:ext cx="8312728" cy="8368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lgun Gothic"/>
              <a:buNone/>
              <a:defRPr b="1"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subTitle"/>
          </p:nvPr>
        </p:nvSpPr>
        <p:spPr>
          <a:xfrm>
            <a:off x="422910" y="3003157"/>
            <a:ext cx="8298180" cy="527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2E8F0"/>
              </a:buClr>
              <a:buSzPts val="2400"/>
              <a:buNone/>
              <a:defRPr b="1" sz="24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7"/>
          <p:cNvSpPr/>
          <p:nvPr/>
        </p:nvSpPr>
        <p:spPr>
          <a:xfrm>
            <a:off x="6504495" y="1"/>
            <a:ext cx="2639505" cy="94268"/>
          </a:xfrm>
          <a:prstGeom prst="rect">
            <a:avLst/>
          </a:prstGeom>
          <a:solidFill>
            <a:srgbClr val="C0D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" name="Google Shape;22;p7"/>
          <p:cNvSpPr/>
          <p:nvPr/>
        </p:nvSpPr>
        <p:spPr>
          <a:xfrm>
            <a:off x="0" y="0"/>
            <a:ext cx="6504495" cy="26866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" name="Google Shape;23;p7"/>
          <p:cNvSpPr txBox="1"/>
          <p:nvPr>
            <p:ph idx="2" type="body"/>
          </p:nvPr>
        </p:nvSpPr>
        <p:spPr>
          <a:xfrm>
            <a:off x="2013743" y="3982062"/>
            <a:ext cx="5130800" cy="563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3" type="body"/>
          </p:nvPr>
        </p:nvSpPr>
        <p:spPr>
          <a:xfrm>
            <a:off x="1671637" y="4714958"/>
            <a:ext cx="5815013" cy="816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4" type="body"/>
          </p:nvPr>
        </p:nvSpPr>
        <p:spPr>
          <a:xfrm>
            <a:off x="73944" y="43254"/>
            <a:ext cx="407025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및 내용">
  <p:cSld name="1_제목 및 내용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idx="1" type="body"/>
          </p:nvPr>
        </p:nvSpPr>
        <p:spPr>
          <a:xfrm>
            <a:off x="2165448" y="130340"/>
            <a:ext cx="6763398" cy="659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8"/>
          <p:cNvSpPr/>
          <p:nvPr/>
        </p:nvSpPr>
        <p:spPr>
          <a:xfrm>
            <a:off x="-1" y="0"/>
            <a:ext cx="1924425" cy="6858000"/>
          </a:xfrm>
          <a:prstGeom prst="rect">
            <a:avLst/>
          </a:prstGeom>
          <a:gradFill>
            <a:gsLst>
              <a:gs pos="0">
                <a:srgbClr val="334155"/>
              </a:gs>
              <a:gs pos="70000">
                <a:srgbClr val="334155">
                  <a:alpha val="90196"/>
                </a:srgbClr>
              </a:gs>
              <a:gs pos="100000">
                <a:srgbClr val="334155">
                  <a:alpha val="74902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30;p8"/>
          <p:cNvSpPr/>
          <p:nvPr/>
        </p:nvSpPr>
        <p:spPr>
          <a:xfrm>
            <a:off x="95313" y="3025913"/>
            <a:ext cx="1638155" cy="2032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" dir="5400000" dist="25400">
              <a:srgbClr val="0F172A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31;p8"/>
          <p:cNvSpPr/>
          <p:nvPr/>
        </p:nvSpPr>
        <p:spPr>
          <a:xfrm>
            <a:off x="95313" y="3811766"/>
            <a:ext cx="1638155" cy="2032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" dir="5400000" dist="25400">
              <a:srgbClr val="0F172A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" name="Google Shape;32;p8"/>
          <p:cNvSpPr/>
          <p:nvPr/>
        </p:nvSpPr>
        <p:spPr>
          <a:xfrm>
            <a:off x="39585" y="3167390"/>
            <a:ext cx="1749611" cy="52322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F172A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b="0" i="0" sz="1400" u="none" cap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제목 및 내용">
  <p:cSld name="2_제목 및 내용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/>
          <p:nvPr/>
        </p:nvSpPr>
        <p:spPr>
          <a:xfrm>
            <a:off x="0" y="2639987"/>
            <a:ext cx="9144000" cy="130896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Arial"/>
              <a:buNone/>
            </a:pPr>
            <a:br>
              <a:rPr b="1" i="0" lang="en-US" sz="36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b="1" i="0" sz="3600" u="none" cap="none" strike="noStrike">
              <a:solidFill>
                <a:srgbClr val="E2E8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9"/>
          <p:cNvSpPr/>
          <p:nvPr/>
        </p:nvSpPr>
        <p:spPr>
          <a:xfrm>
            <a:off x="0" y="3951490"/>
            <a:ext cx="9144001" cy="170519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" name="Google Shape;36;p9"/>
          <p:cNvSpPr txBox="1"/>
          <p:nvPr>
            <p:ph idx="1" type="subTitle"/>
          </p:nvPr>
        </p:nvSpPr>
        <p:spPr>
          <a:xfrm>
            <a:off x="422910" y="3395811"/>
            <a:ext cx="8298180" cy="36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2E8F0"/>
              </a:buClr>
              <a:buSzPts val="2400"/>
              <a:buNone/>
              <a:defRPr b="1" sz="24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7" name="Google Shape;37;p9"/>
          <p:cNvSpPr txBox="1"/>
          <p:nvPr>
            <p:ph type="ctrTitle"/>
          </p:nvPr>
        </p:nvSpPr>
        <p:spPr>
          <a:xfrm>
            <a:off x="415636" y="2861201"/>
            <a:ext cx="8312728" cy="51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lgun Gothic"/>
              <a:buNone/>
              <a:defRPr b="1"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9144000" cy="244241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300789" y="903151"/>
            <a:ext cx="7886700" cy="2525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/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0"/>
          <p:cNvSpPr/>
          <p:nvPr/>
        </p:nvSpPr>
        <p:spPr>
          <a:xfrm>
            <a:off x="778933" y="325154"/>
            <a:ext cx="8365066" cy="45719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38363" y="47224"/>
            <a:ext cx="324853" cy="601578"/>
          </a:xfrm>
          <a:prstGeom prst="flowChartManualInput">
            <a:avLst/>
          </a:prstGeom>
          <a:gradFill>
            <a:gsLst>
              <a:gs pos="0">
                <a:srgbClr val="334155"/>
              </a:gs>
              <a:gs pos="50000">
                <a:srgbClr val="334155">
                  <a:alpha val="70196"/>
                </a:srgbClr>
              </a:gs>
              <a:gs pos="100000">
                <a:srgbClr val="334155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28650" y="95107"/>
            <a:ext cx="1697300" cy="5110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b="1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3543300" y="6626022"/>
            <a:ext cx="20574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6006855" y="6626022"/>
            <a:ext cx="30861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 preserve="1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/>
          <p:nvPr/>
        </p:nvSpPr>
        <p:spPr>
          <a:xfrm>
            <a:off x="0" y="2008029"/>
            <a:ext cx="9144000" cy="15838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E2E8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7"/>
          <p:cNvSpPr/>
          <p:nvPr/>
        </p:nvSpPr>
        <p:spPr>
          <a:xfrm>
            <a:off x="0" y="3586925"/>
            <a:ext cx="9144001" cy="170519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" name="Google Shape;18;p7"/>
          <p:cNvSpPr txBox="1"/>
          <p:nvPr>
            <p:ph type="ctrTitle"/>
          </p:nvPr>
        </p:nvSpPr>
        <p:spPr>
          <a:xfrm>
            <a:off x="415636" y="2137438"/>
            <a:ext cx="8312728" cy="8368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lgun Gothic"/>
              <a:buNone/>
              <a:defRPr b="1"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subTitle"/>
          </p:nvPr>
        </p:nvSpPr>
        <p:spPr>
          <a:xfrm>
            <a:off x="422910" y="3003157"/>
            <a:ext cx="8298180" cy="527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2E8F0"/>
              </a:buClr>
              <a:buSzPts val="2400"/>
              <a:buNone/>
              <a:defRPr b="1" sz="24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7"/>
          <p:cNvSpPr/>
          <p:nvPr/>
        </p:nvSpPr>
        <p:spPr>
          <a:xfrm>
            <a:off x="6504495" y="1"/>
            <a:ext cx="2639505" cy="94268"/>
          </a:xfrm>
          <a:prstGeom prst="rect">
            <a:avLst/>
          </a:prstGeom>
          <a:solidFill>
            <a:srgbClr val="C0D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" name="Google Shape;22;p7"/>
          <p:cNvSpPr/>
          <p:nvPr/>
        </p:nvSpPr>
        <p:spPr>
          <a:xfrm>
            <a:off x="0" y="0"/>
            <a:ext cx="6504495" cy="26866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" name="Google Shape;23;p7"/>
          <p:cNvSpPr txBox="1"/>
          <p:nvPr>
            <p:ph idx="2" type="body"/>
          </p:nvPr>
        </p:nvSpPr>
        <p:spPr>
          <a:xfrm>
            <a:off x="2013743" y="3982062"/>
            <a:ext cx="5130800" cy="563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3" type="body"/>
          </p:nvPr>
        </p:nvSpPr>
        <p:spPr>
          <a:xfrm>
            <a:off x="1671637" y="4714958"/>
            <a:ext cx="5815013" cy="816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4" type="body"/>
          </p:nvPr>
        </p:nvSpPr>
        <p:spPr>
          <a:xfrm>
            <a:off x="73944" y="43254"/>
            <a:ext cx="407025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제목 및 내용" type="secHead" preserve="1">
  <p:cSld name="Section 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/>
          <p:nvPr/>
        </p:nvSpPr>
        <p:spPr>
          <a:xfrm>
            <a:off x="0" y="2639987"/>
            <a:ext cx="9144000" cy="130896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Arial"/>
              <a:buNone/>
            </a:pPr>
            <a:br>
              <a:rPr b="1" i="0" lang="en-US" sz="36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b="1" i="0" sz="3600" u="none" cap="none" strike="noStrike">
              <a:solidFill>
                <a:srgbClr val="E2E8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9"/>
          <p:cNvSpPr/>
          <p:nvPr/>
        </p:nvSpPr>
        <p:spPr>
          <a:xfrm>
            <a:off x="0" y="3951490"/>
            <a:ext cx="9144001" cy="170519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" name="Google Shape;36;p9"/>
          <p:cNvSpPr txBox="1"/>
          <p:nvPr>
            <p:ph idx="1" type="subTitle"/>
          </p:nvPr>
        </p:nvSpPr>
        <p:spPr>
          <a:xfrm>
            <a:off x="422910" y="3395811"/>
            <a:ext cx="8298180" cy="36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2E8F0"/>
              </a:buClr>
              <a:buSzPts val="2400"/>
              <a:buNone/>
              <a:defRPr b="1" sz="24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415636" y="2861201"/>
            <a:ext cx="8312728" cy="51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lgun Gothic"/>
              <a:buNone/>
              <a:defRPr b="1"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Title and Conte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9144000" cy="244241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0"/>
          <p:cNvSpPr/>
          <p:nvPr/>
        </p:nvSpPr>
        <p:spPr>
          <a:xfrm>
            <a:off x="778933" y="325154"/>
            <a:ext cx="8365066" cy="45719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38363" y="47224"/>
            <a:ext cx="324853" cy="601578"/>
          </a:xfrm>
          <a:prstGeom prst="flowChartManualInput">
            <a:avLst/>
          </a:prstGeom>
          <a:gradFill>
            <a:gsLst>
              <a:gs pos="0">
                <a:srgbClr val="334155"/>
              </a:gs>
              <a:gs pos="50000">
                <a:srgbClr val="334155">
                  <a:alpha val="70196"/>
                </a:srgbClr>
              </a:gs>
              <a:gs pos="100000">
                <a:srgbClr val="334155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30936" y="91440"/>
            <a:ext cx="3136392" cy="5120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b="1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3543300" y="6626022"/>
            <a:ext cx="20574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6006855" y="6626022"/>
            <a:ext cx="30861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301752" y="905256"/>
            <a:ext cx="8540496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4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Two Conte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9144000" cy="244241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0"/>
          <p:cNvSpPr/>
          <p:nvPr/>
        </p:nvSpPr>
        <p:spPr>
          <a:xfrm>
            <a:off x="778933" y="325154"/>
            <a:ext cx="8365066" cy="45719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38363" y="47224"/>
            <a:ext cx="324853" cy="601578"/>
          </a:xfrm>
          <a:prstGeom prst="flowChartManualInput">
            <a:avLst/>
          </a:prstGeom>
          <a:gradFill>
            <a:gsLst>
              <a:gs pos="0">
                <a:srgbClr val="334155"/>
              </a:gs>
              <a:gs pos="50000">
                <a:srgbClr val="334155">
                  <a:alpha val="70196"/>
                </a:srgbClr>
              </a:gs>
              <a:gs pos="100000">
                <a:srgbClr val="334155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30936" y="91440"/>
            <a:ext cx="3136392" cy="5120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b="1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3543300" y="6626022"/>
            <a:ext cx="20574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6006855" y="6626022"/>
            <a:ext cx="30861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301752" y="905256"/>
            <a:ext cx="4160520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2" name="RVLAB Content 2"/>
          <p:cNvSpPr/>
          <p:nvPr>
            <p:ph idx="2"/>
          </p:nvPr>
        </p:nvSpPr>
        <p:spPr>
          <a:xfrm>
            <a:off x="4681728" y="905256"/>
            <a:ext cx="4160520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Comparis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9144000" cy="244241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0"/>
          <p:cNvSpPr/>
          <p:nvPr/>
        </p:nvSpPr>
        <p:spPr>
          <a:xfrm>
            <a:off x="778933" y="325154"/>
            <a:ext cx="8365066" cy="45719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38363" y="47224"/>
            <a:ext cx="324853" cy="601578"/>
          </a:xfrm>
          <a:prstGeom prst="flowChartManualInput">
            <a:avLst/>
          </a:prstGeom>
          <a:gradFill>
            <a:gsLst>
              <a:gs pos="0">
                <a:srgbClr val="334155"/>
              </a:gs>
              <a:gs pos="50000">
                <a:srgbClr val="334155">
                  <a:alpha val="70196"/>
                </a:srgbClr>
              </a:gs>
              <a:gs pos="100000">
                <a:srgbClr val="334155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30936" y="91440"/>
            <a:ext cx="3136392" cy="5120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b="1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3543300" y="6626022"/>
            <a:ext cx="20574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6006855" y="6626022"/>
            <a:ext cx="30861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301752" y="905256"/>
            <a:ext cx="4160520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2" name="RVLAB Content 2"/>
          <p:cNvSpPr/>
          <p:nvPr>
            <p:ph idx="2"/>
          </p:nvPr>
        </p:nvSpPr>
        <p:spPr>
          <a:xfrm>
            <a:off x="4681728" y="905256"/>
            <a:ext cx="4160520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Content with Ca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9144000" cy="244241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0"/>
          <p:cNvSpPr/>
          <p:nvPr/>
        </p:nvSpPr>
        <p:spPr>
          <a:xfrm>
            <a:off x="778933" y="325154"/>
            <a:ext cx="8365066" cy="45719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38363" y="47224"/>
            <a:ext cx="324853" cy="601578"/>
          </a:xfrm>
          <a:prstGeom prst="flowChartManualInput">
            <a:avLst/>
          </a:prstGeom>
          <a:gradFill>
            <a:gsLst>
              <a:gs pos="0">
                <a:srgbClr val="334155"/>
              </a:gs>
              <a:gs pos="50000">
                <a:srgbClr val="334155">
                  <a:alpha val="70196"/>
                </a:srgbClr>
              </a:gs>
              <a:gs pos="100000">
                <a:srgbClr val="334155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30936" y="91440"/>
            <a:ext cx="3136392" cy="5120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b="1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3543300" y="6626022"/>
            <a:ext cx="20574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6006855" y="6626022"/>
            <a:ext cx="30861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301752" y="905256"/>
            <a:ext cx="8540496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4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9144000" cy="244241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0"/>
          <p:cNvSpPr/>
          <p:nvPr/>
        </p:nvSpPr>
        <p:spPr>
          <a:xfrm>
            <a:off x="778933" y="325154"/>
            <a:ext cx="8365066" cy="45719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38363" y="47224"/>
            <a:ext cx="324853" cy="601578"/>
          </a:xfrm>
          <a:prstGeom prst="flowChartManualInput">
            <a:avLst/>
          </a:prstGeom>
          <a:gradFill>
            <a:gsLst>
              <a:gs pos="0">
                <a:srgbClr val="334155"/>
              </a:gs>
              <a:gs pos="50000">
                <a:srgbClr val="334155">
                  <a:alpha val="70196"/>
                </a:srgbClr>
              </a:gs>
              <a:gs pos="100000">
                <a:srgbClr val="334155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3543300" y="6626022"/>
            <a:ext cx="20574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6006855" y="6626022"/>
            <a:ext cx="30861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RVLAB Figure Grid 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9144000" cy="244241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0"/>
          <p:cNvSpPr/>
          <p:nvPr/>
        </p:nvSpPr>
        <p:spPr>
          <a:xfrm>
            <a:off x="778933" y="325154"/>
            <a:ext cx="8365066" cy="45719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38363" y="47224"/>
            <a:ext cx="324853" cy="601578"/>
          </a:xfrm>
          <a:prstGeom prst="flowChartManualInput">
            <a:avLst/>
          </a:prstGeom>
          <a:gradFill>
            <a:gsLst>
              <a:gs pos="0">
                <a:srgbClr val="334155"/>
              </a:gs>
              <a:gs pos="50000">
                <a:srgbClr val="334155">
                  <a:alpha val="70196"/>
                </a:srgbClr>
              </a:gs>
              <a:gs pos="100000">
                <a:srgbClr val="334155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30936" y="91440"/>
            <a:ext cx="3136392" cy="5120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b="1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3543300" y="6626022"/>
            <a:ext cx="20574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6006855" y="6626022"/>
            <a:ext cx="30861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301752" y="905256"/>
            <a:ext cx="2700528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2" name="RVLAB Content 2"/>
          <p:cNvSpPr/>
          <p:nvPr>
            <p:ph idx="2"/>
          </p:nvPr>
        </p:nvSpPr>
        <p:spPr>
          <a:xfrm>
            <a:off x="3221736" y="905256"/>
            <a:ext cx="2700528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3" name="RVLAB Content 3"/>
          <p:cNvSpPr/>
          <p:nvPr>
            <p:ph idx="3"/>
          </p:nvPr>
        </p:nvSpPr>
        <p:spPr>
          <a:xfrm>
            <a:off x="6141720" y="905256"/>
            <a:ext cx="2700528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RVLAB Figure Grid 4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9144000" cy="244241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0"/>
          <p:cNvSpPr/>
          <p:nvPr/>
        </p:nvSpPr>
        <p:spPr>
          <a:xfrm>
            <a:off x="778933" y="325154"/>
            <a:ext cx="8365066" cy="45719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38363" y="47224"/>
            <a:ext cx="324853" cy="601578"/>
          </a:xfrm>
          <a:prstGeom prst="flowChartManualInput">
            <a:avLst/>
          </a:prstGeom>
          <a:gradFill>
            <a:gsLst>
              <a:gs pos="0">
                <a:srgbClr val="334155"/>
              </a:gs>
              <a:gs pos="50000">
                <a:srgbClr val="334155">
                  <a:alpha val="70196"/>
                </a:srgbClr>
              </a:gs>
              <a:gs pos="100000">
                <a:srgbClr val="334155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30936" y="91440"/>
            <a:ext cx="3136392" cy="5120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b="1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3543300" y="6626022"/>
            <a:ext cx="20574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6006855" y="6626022"/>
            <a:ext cx="30861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301752" y="905256"/>
            <a:ext cx="4160520" cy="2647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2" name="RVLAB Content 2"/>
          <p:cNvSpPr/>
          <p:nvPr>
            <p:ph idx="2"/>
          </p:nvPr>
        </p:nvSpPr>
        <p:spPr>
          <a:xfrm>
            <a:off x="4681728" y="905256"/>
            <a:ext cx="4160520" cy="2647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3" name="RVLAB Content 3"/>
          <p:cNvSpPr/>
          <p:nvPr>
            <p:ph idx="3"/>
          </p:nvPr>
        </p:nvSpPr>
        <p:spPr>
          <a:xfrm>
            <a:off x="301752" y="3771900"/>
            <a:ext cx="4160520" cy="2647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4" name="RVLAB Content 4"/>
          <p:cNvSpPr/>
          <p:nvPr>
            <p:ph idx="4"/>
          </p:nvPr>
        </p:nvSpPr>
        <p:spPr>
          <a:xfrm>
            <a:off x="4681728" y="3771900"/>
            <a:ext cx="4160520" cy="2647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Relationship Id="rvlabLayout5" Type="http://schemas.openxmlformats.org/officeDocument/2006/relationships/slideLayout" Target="../slideLayouts/slideLayout5.xml"/><Relationship Id="rvlabLayout6" Type="http://schemas.openxmlformats.org/officeDocument/2006/relationships/slideLayout" Target="../slideLayouts/slideLayout6.xml"/><Relationship Id="rvlabLayout7" Type="http://schemas.openxmlformats.org/officeDocument/2006/relationships/slideLayout" Target="../slideLayouts/slideLayout7.xml"/><Relationship Id="rvlabLayout8" Type="http://schemas.openxmlformats.org/officeDocument/2006/relationships/slideLayout" Target="../slideLayouts/slideLayout8.xml"/><Relationship Id="rvlabLayout9" Type="http://schemas.openxmlformats.org/officeDocument/2006/relationships/slideLayout" Target="../slideLayouts/slideLayout9.xml"/><Relationship Id="rvlabLayout10" Type="http://schemas.openxmlformats.org/officeDocument/2006/relationships/slideLayout" Target="../slideLayouts/slideLayout10.xml"/><Relationship Id="rvlabLayout11" Type="http://schemas.openxmlformats.org/officeDocument/2006/relationships/slideLayout" Target="../slideLayouts/slideLayout11.xml"/><Relationship Id="rvlabLayout12" Type="http://schemas.openxmlformats.org/officeDocument/2006/relationships/slideLayout" Target="../slideLayouts/slideLayout12.xml"/><Relationship Id="rvlabLayout13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vlabLayout5"/>
    <p:sldLayoutId id="2147483654" r:id="rvlabLayout6"/>
    <p:sldLayoutId id="2147483655" r:id="rvlabLayout7"/>
    <p:sldLayoutId id="2147483656" r:id="rvlabLayout8"/>
    <p:sldLayoutId id="2147483657" r:id="rvlabLayout9"/>
    <p:sldLayoutId id="2147483658" r:id="rvlabLayout10"/>
    <p:sldLayoutId id="2147483659" r:id="rvlabLayout11"/>
    <p:sldLayoutId id="2147483660" r:id="rvlabLayout12"/>
    <p:sldLayoutId id="2147483661" r:id="rvlabLayout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F172A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F172A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F172A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F172A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F172A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F172A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F172A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F172A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/>
</file>