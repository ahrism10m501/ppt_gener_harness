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Sz cy="6858000" cx="12191695" type="screen16x9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in/rVjmUmMHsZuiS0dxXj2XCPf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/>
          <p:nvPr/>
        </p:nvSpPr>
        <p:spPr>
          <a:xfrm>
            <a:off x="0" y="2008029"/>
            <a:ext cx="12191695" cy="1583848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FACC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7"/>
          <p:cNvSpPr/>
          <p:nvPr/>
        </p:nvSpPr>
        <p:spPr>
          <a:xfrm>
            <a:off x="0" y="3586925"/>
            <a:ext cx="12191697" cy="170519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" name="Google Shape;18;p7"/>
          <p:cNvSpPr txBox="1"/>
          <p:nvPr>
            <p:ph type="ctrTitle"/>
          </p:nvPr>
        </p:nvSpPr>
        <p:spPr>
          <a:xfrm>
            <a:off x="554167" y="2137438"/>
            <a:ext cx="11083360" cy="8368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lgun Gothic"/>
              <a:buNone/>
              <a:defRPr b="1"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subTitle"/>
          </p:nvPr>
        </p:nvSpPr>
        <p:spPr>
          <a:xfrm>
            <a:off x="563866" y="3003157"/>
            <a:ext cx="11063963" cy="527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ACC15"/>
              </a:buClr>
              <a:buSzPts val="2400"/>
              <a:buNone/>
              <a:defRPr b="1" sz="2400">
                <a:solidFill>
                  <a:srgbClr val="FACC1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7"/>
          <p:cNvSpPr/>
          <p:nvPr/>
        </p:nvSpPr>
        <p:spPr>
          <a:xfrm>
            <a:off x="8672443" y="1"/>
            <a:ext cx="3519252" cy="94268"/>
          </a:xfrm>
          <a:prstGeom prst="rect">
            <a:avLst/>
          </a:prstGeom>
          <a:solidFill>
            <a:srgbClr val="C0D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" name="Google Shape;22;p7"/>
          <p:cNvSpPr/>
          <p:nvPr/>
        </p:nvSpPr>
        <p:spPr>
          <a:xfrm>
            <a:off x="0" y="0"/>
            <a:ext cx="8672443" cy="26866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Google Shape;23;p7"/>
          <p:cNvSpPr txBox="1"/>
          <p:nvPr>
            <p:ph idx="2" type="body"/>
          </p:nvPr>
        </p:nvSpPr>
        <p:spPr>
          <a:xfrm>
            <a:off x="2684924" y="3982062"/>
            <a:ext cx="6840896" cy="563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3" type="body"/>
          </p:nvPr>
        </p:nvSpPr>
        <p:spPr>
          <a:xfrm>
            <a:off x="2228794" y="4714958"/>
            <a:ext cx="7753157" cy="816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4" type="body"/>
          </p:nvPr>
        </p:nvSpPr>
        <p:spPr>
          <a:xfrm>
            <a:off x="98590" y="43254"/>
            <a:ext cx="542687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및 내용">
  <p:cSld name="1_제목 및 내용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idx="1" type="body"/>
          </p:nvPr>
        </p:nvSpPr>
        <p:spPr>
          <a:xfrm>
            <a:off x="2887192" y="130340"/>
            <a:ext cx="9017639" cy="659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8"/>
          <p:cNvSpPr/>
          <p:nvPr/>
        </p:nvSpPr>
        <p:spPr>
          <a:xfrm>
            <a:off x="-1" y="0"/>
            <a:ext cx="2565836" cy="6858000"/>
          </a:xfrm>
          <a:prstGeom prst="rect">
            <a:avLst/>
          </a:prstGeom>
          <a:gradFill>
            <a:gsLst>
              <a:gs pos="0">
                <a:srgbClr val="0D9488"/>
              </a:gs>
              <a:gs pos="70000">
                <a:srgbClr val="0D9488">
                  <a:alpha val="90196"/>
                </a:srgbClr>
              </a:gs>
              <a:gs pos="100000">
                <a:srgbClr val="0D9488">
                  <a:alpha val="74902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8"/>
          <p:cNvSpPr/>
          <p:nvPr/>
        </p:nvSpPr>
        <p:spPr>
          <a:xfrm>
            <a:off x="127081" y="3025913"/>
            <a:ext cx="2184152" cy="2032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" dir="5400000" dist="25400">
              <a:srgbClr val="0F172A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8"/>
          <p:cNvSpPr/>
          <p:nvPr/>
        </p:nvSpPr>
        <p:spPr>
          <a:xfrm>
            <a:off x="127081" y="3811766"/>
            <a:ext cx="2184152" cy="2032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" dir="5400000" dist="25400">
              <a:srgbClr val="0F172A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" name="Google Shape;32;p8"/>
          <p:cNvSpPr/>
          <p:nvPr/>
        </p:nvSpPr>
        <p:spPr>
          <a:xfrm>
            <a:off x="52779" y="3167390"/>
            <a:ext cx="2332756" cy="52322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F172A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b="0" i="0" sz="1400" u="none" cap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제목 및 내용">
  <p:cSld name="2_제목 및 내용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/>
          <p:nvPr/>
        </p:nvSpPr>
        <p:spPr>
          <a:xfrm>
            <a:off x="0" y="2639987"/>
            <a:ext cx="12191695" cy="1308965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Arial"/>
              <a:buNone/>
            </a:pPr>
            <a:br>
              <a:rPr b="1" i="0" lang="en-US" sz="36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b="1" i="0" sz="3600" u="none" cap="none" strike="noStrike">
              <a:solidFill>
                <a:srgbClr val="FACC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9"/>
          <p:cNvSpPr/>
          <p:nvPr/>
        </p:nvSpPr>
        <p:spPr>
          <a:xfrm>
            <a:off x="0" y="3951490"/>
            <a:ext cx="12191697" cy="170519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" name="Google Shape;36;p9"/>
          <p:cNvSpPr txBox="1"/>
          <p:nvPr>
            <p:ph idx="1" type="subTitle"/>
          </p:nvPr>
        </p:nvSpPr>
        <p:spPr>
          <a:xfrm>
            <a:off x="563866" y="3395811"/>
            <a:ext cx="11063963" cy="36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ACC15"/>
              </a:buClr>
              <a:buSzPts val="2400"/>
              <a:buNone/>
              <a:defRPr b="1" sz="2400">
                <a:solidFill>
                  <a:srgbClr val="FACC1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7" name="Google Shape;37;p9"/>
          <p:cNvSpPr txBox="1"/>
          <p:nvPr>
            <p:ph type="ctrTitle"/>
          </p:nvPr>
        </p:nvSpPr>
        <p:spPr>
          <a:xfrm>
            <a:off x="554167" y="2861201"/>
            <a:ext cx="11083360" cy="51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lgun Gothic"/>
              <a:buNone/>
              <a:defRPr b="1"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12191695" cy="244241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401042" y="903151"/>
            <a:ext cx="10515337" cy="2525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0"/>
          <p:cNvSpPr/>
          <p:nvPr/>
        </p:nvSpPr>
        <p:spPr>
          <a:xfrm>
            <a:off x="1038551" y="325154"/>
            <a:ext cx="11153142" cy="4571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15E5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84479" y="47224"/>
            <a:ext cx="433127" cy="601578"/>
          </a:xfrm>
          <a:prstGeom prst="flowChartManualInput">
            <a:avLst/>
          </a:prstGeom>
          <a:gradFill>
            <a:gsLst>
              <a:gs pos="0">
                <a:srgbClr val="0D9488"/>
              </a:gs>
              <a:gs pos="50000">
                <a:srgbClr val="0D9488">
                  <a:alpha val="70196"/>
                </a:srgbClr>
              </a:gs>
              <a:gs pos="100000">
                <a:srgbClr val="0D9488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838179" y="95107"/>
            <a:ext cx="2263010" cy="5110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4724282" y="6626022"/>
            <a:ext cx="2743131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 preserve="1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/>
          <p:nvPr/>
        </p:nvSpPr>
        <p:spPr>
          <a:xfrm>
            <a:off x="0" y="2008029"/>
            <a:ext cx="12191695" cy="1583848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FACC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7"/>
          <p:cNvSpPr/>
          <p:nvPr/>
        </p:nvSpPr>
        <p:spPr>
          <a:xfrm>
            <a:off x="0" y="3586925"/>
            <a:ext cx="12191697" cy="170519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" name="Google Shape;18;p7"/>
          <p:cNvSpPr txBox="1"/>
          <p:nvPr>
            <p:ph type="ctrTitle"/>
          </p:nvPr>
        </p:nvSpPr>
        <p:spPr>
          <a:xfrm>
            <a:off x="554167" y="2137438"/>
            <a:ext cx="11083360" cy="8368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lgun Gothic"/>
              <a:buNone/>
              <a:defRPr b="1"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subTitle"/>
          </p:nvPr>
        </p:nvSpPr>
        <p:spPr>
          <a:xfrm>
            <a:off x="563866" y="3003157"/>
            <a:ext cx="11063963" cy="527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ACC15"/>
              </a:buClr>
              <a:buSzPts val="2400"/>
              <a:buNone/>
              <a:defRPr b="1" sz="2400">
                <a:solidFill>
                  <a:srgbClr val="FACC1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7"/>
          <p:cNvSpPr/>
          <p:nvPr/>
        </p:nvSpPr>
        <p:spPr>
          <a:xfrm>
            <a:off x="8672443" y="1"/>
            <a:ext cx="3519252" cy="94268"/>
          </a:xfrm>
          <a:prstGeom prst="rect">
            <a:avLst/>
          </a:prstGeom>
          <a:solidFill>
            <a:srgbClr val="C0D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" name="Google Shape;22;p7"/>
          <p:cNvSpPr/>
          <p:nvPr/>
        </p:nvSpPr>
        <p:spPr>
          <a:xfrm>
            <a:off x="0" y="0"/>
            <a:ext cx="8672443" cy="26866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Google Shape;23;p7"/>
          <p:cNvSpPr txBox="1"/>
          <p:nvPr>
            <p:ph idx="2" type="body"/>
          </p:nvPr>
        </p:nvSpPr>
        <p:spPr>
          <a:xfrm>
            <a:off x="2684924" y="3982062"/>
            <a:ext cx="6840896" cy="563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3" type="body"/>
          </p:nvPr>
        </p:nvSpPr>
        <p:spPr>
          <a:xfrm>
            <a:off x="2228794" y="4714958"/>
            <a:ext cx="7753157" cy="816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4" type="body"/>
          </p:nvPr>
        </p:nvSpPr>
        <p:spPr>
          <a:xfrm>
            <a:off x="98590" y="43254"/>
            <a:ext cx="542687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제목 및 내용" type="secHead" preserve="1">
  <p:cSld name="Section 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/>
          <p:nvPr/>
        </p:nvSpPr>
        <p:spPr>
          <a:xfrm>
            <a:off x="0" y="2639987"/>
            <a:ext cx="12191695" cy="1308965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Arial"/>
              <a:buNone/>
            </a:pPr>
            <a:br>
              <a:rPr b="1" i="0" lang="en-US" sz="36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b="1" i="0" sz="3600" u="none" cap="none" strike="noStrike">
              <a:solidFill>
                <a:srgbClr val="FACC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9"/>
          <p:cNvSpPr/>
          <p:nvPr/>
        </p:nvSpPr>
        <p:spPr>
          <a:xfrm>
            <a:off x="0" y="3951490"/>
            <a:ext cx="12191697" cy="170519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" name="Google Shape;36;p9"/>
          <p:cNvSpPr txBox="1"/>
          <p:nvPr>
            <p:ph idx="1" type="subTitle"/>
          </p:nvPr>
        </p:nvSpPr>
        <p:spPr>
          <a:xfrm>
            <a:off x="563866" y="3395811"/>
            <a:ext cx="11063963" cy="36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ACC15"/>
              </a:buClr>
              <a:buSzPts val="2400"/>
              <a:buNone/>
              <a:defRPr b="1" sz="2400">
                <a:solidFill>
                  <a:srgbClr val="FACC1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554167" y="2861201"/>
            <a:ext cx="11083360" cy="51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lgun Gothic"/>
              <a:buNone/>
              <a:defRPr b="1"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Title and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12191695" cy="244241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1038551" y="325154"/>
            <a:ext cx="11153142" cy="4571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15E5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84479" y="47224"/>
            <a:ext cx="433127" cy="601578"/>
          </a:xfrm>
          <a:prstGeom prst="flowChartManualInput">
            <a:avLst/>
          </a:prstGeom>
          <a:gradFill>
            <a:gsLst>
              <a:gs pos="0">
                <a:srgbClr val="0D9488"/>
              </a:gs>
              <a:gs pos="50000">
                <a:srgbClr val="0D9488">
                  <a:alpha val="70196"/>
                </a:srgbClr>
              </a:gs>
              <a:gs pos="100000">
                <a:srgbClr val="0D9488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30936" y="91440"/>
            <a:ext cx="4389120" cy="5120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4724282" y="6626022"/>
            <a:ext cx="2743131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411480" y="905256"/>
            <a:ext cx="11365992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4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Two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12191695" cy="244241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1038551" y="325154"/>
            <a:ext cx="11153142" cy="4571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15E5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84479" y="47224"/>
            <a:ext cx="433127" cy="601578"/>
          </a:xfrm>
          <a:prstGeom prst="flowChartManualInput">
            <a:avLst/>
          </a:prstGeom>
          <a:gradFill>
            <a:gsLst>
              <a:gs pos="0">
                <a:srgbClr val="0D9488"/>
              </a:gs>
              <a:gs pos="50000">
                <a:srgbClr val="0D9488">
                  <a:alpha val="70196"/>
                </a:srgbClr>
              </a:gs>
              <a:gs pos="100000">
                <a:srgbClr val="0D9488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30936" y="91440"/>
            <a:ext cx="4389120" cy="5120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4724282" y="6626022"/>
            <a:ext cx="2743131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411480" y="905256"/>
            <a:ext cx="5554980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2" name="RVLAB Content 2"/>
          <p:cNvSpPr/>
          <p:nvPr>
            <p:ph idx="2"/>
          </p:nvPr>
        </p:nvSpPr>
        <p:spPr>
          <a:xfrm>
            <a:off x="6222492" y="905256"/>
            <a:ext cx="5554980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Comparis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12191695" cy="244241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1038551" y="325154"/>
            <a:ext cx="11153142" cy="4571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15E5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84479" y="47224"/>
            <a:ext cx="433127" cy="601578"/>
          </a:xfrm>
          <a:prstGeom prst="flowChartManualInput">
            <a:avLst/>
          </a:prstGeom>
          <a:gradFill>
            <a:gsLst>
              <a:gs pos="0">
                <a:srgbClr val="0D9488"/>
              </a:gs>
              <a:gs pos="50000">
                <a:srgbClr val="0D9488">
                  <a:alpha val="70196"/>
                </a:srgbClr>
              </a:gs>
              <a:gs pos="100000">
                <a:srgbClr val="0D9488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30936" y="91440"/>
            <a:ext cx="4389120" cy="5120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4724282" y="6626022"/>
            <a:ext cx="2743131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411480" y="905256"/>
            <a:ext cx="5554980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2" name="RVLAB Content 2"/>
          <p:cNvSpPr/>
          <p:nvPr>
            <p:ph idx="2"/>
          </p:nvPr>
        </p:nvSpPr>
        <p:spPr>
          <a:xfrm>
            <a:off x="6222492" y="905256"/>
            <a:ext cx="5554980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Content with Ca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12191695" cy="244241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1038551" y="325154"/>
            <a:ext cx="11153142" cy="4571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15E5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84479" y="47224"/>
            <a:ext cx="433127" cy="601578"/>
          </a:xfrm>
          <a:prstGeom prst="flowChartManualInput">
            <a:avLst/>
          </a:prstGeom>
          <a:gradFill>
            <a:gsLst>
              <a:gs pos="0">
                <a:srgbClr val="0D9488"/>
              </a:gs>
              <a:gs pos="50000">
                <a:srgbClr val="0D9488">
                  <a:alpha val="70196"/>
                </a:srgbClr>
              </a:gs>
              <a:gs pos="100000">
                <a:srgbClr val="0D9488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30936" y="91440"/>
            <a:ext cx="4389120" cy="5120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4724282" y="6626022"/>
            <a:ext cx="2743131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411480" y="905256"/>
            <a:ext cx="11365992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4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12191695" cy="244241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1038551" y="325154"/>
            <a:ext cx="11153142" cy="4571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15E5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84479" y="47224"/>
            <a:ext cx="433127" cy="601578"/>
          </a:xfrm>
          <a:prstGeom prst="flowChartManualInput">
            <a:avLst/>
          </a:prstGeom>
          <a:gradFill>
            <a:gsLst>
              <a:gs pos="0">
                <a:srgbClr val="0D9488"/>
              </a:gs>
              <a:gs pos="50000">
                <a:srgbClr val="0D9488">
                  <a:alpha val="70196"/>
                </a:srgbClr>
              </a:gs>
              <a:gs pos="100000">
                <a:srgbClr val="0D9488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4724282" y="6626022"/>
            <a:ext cx="2743131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RVLAB Figure Grid 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12191695" cy="244241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1038551" y="325154"/>
            <a:ext cx="11153142" cy="4571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15E5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84479" y="47224"/>
            <a:ext cx="433127" cy="601578"/>
          </a:xfrm>
          <a:prstGeom prst="flowChartManualInput">
            <a:avLst/>
          </a:prstGeom>
          <a:gradFill>
            <a:gsLst>
              <a:gs pos="0">
                <a:srgbClr val="0D9488"/>
              </a:gs>
              <a:gs pos="50000">
                <a:srgbClr val="0D9488">
                  <a:alpha val="70196"/>
                </a:srgbClr>
              </a:gs>
              <a:gs pos="100000">
                <a:srgbClr val="0D9488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30936" y="91440"/>
            <a:ext cx="4389120" cy="5120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4724282" y="6626022"/>
            <a:ext cx="2743131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411480" y="905256"/>
            <a:ext cx="3617976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2" name="RVLAB Content 2"/>
          <p:cNvSpPr/>
          <p:nvPr>
            <p:ph idx="2"/>
          </p:nvPr>
        </p:nvSpPr>
        <p:spPr>
          <a:xfrm>
            <a:off x="4285488" y="905256"/>
            <a:ext cx="3617976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3" name="RVLAB Content 3"/>
          <p:cNvSpPr/>
          <p:nvPr>
            <p:ph idx="3"/>
          </p:nvPr>
        </p:nvSpPr>
        <p:spPr>
          <a:xfrm>
            <a:off x="8159496" y="905256"/>
            <a:ext cx="3617976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RVLAB Figure Grid 4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12191695" cy="244241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1038551" y="325154"/>
            <a:ext cx="11153142" cy="4571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15E5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84479" y="47224"/>
            <a:ext cx="433127" cy="601578"/>
          </a:xfrm>
          <a:prstGeom prst="flowChartManualInput">
            <a:avLst/>
          </a:prstGeom>
          <a:gradFill>
            <a:gsLst>
              <a:gs pos="0">
                <a:srgbClr val="0D9488"/>
              </a:gs>
              <a:gs pos="50000">
                <a:srgbClr val="0D9488">
                  <a:alpha val="70196"/>
                </a:srgbClr>
              </a:gs>
              <a:gs pos="100000">
                <a:srgbClr val="0D9488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30936" y="91440"/>
            <a:ext cx="4389120" cy="5120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4724282" y="6626022"/>
            <a:ext cx="2743131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411480" y="905256"/>
            <a:ext cx="555498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2" name="RVLAB Content 2"/>
          <p:cNvSpPr/>
          <p:nvPr>
            <p:ph idx="2"/>
          </p:nvPr>
        </p:nvSpPr>
        <p:spPr>
          <a:xfrm>
            <a:off x="6222492" y="905256"/>
            <a:ext cx="555498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3" name="RVLAB Content 3"/>
          <p:cNvSpPr/>
          <p:nvPr>
            <p:ph idx="3"/>
          </p:nvPr>
        </p:nvSpPr>
        <p:spPr>
          <a:xfrm>
            <a:off x="411480" y="3790188"/>
            <a:ext cx="555498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4" name="RVLAB Content 4"/>
          <p:cNvSpPr/>
          <p:nvPr>
            <p:ph idx="4"/>
          </p:nvPr>
        </p:nvSpPr>
        <p:spPr>
          <a:xfrm>
            <a:off x="6222492" y="3790188"/>
            <a:ext cx="555498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Relationship Id="rvlabLayout5" Type="http://schemas.openxmlformats.org/officeDocument/2006/relationships/slideLayout" Target="../slideLayouts/slideLayout5.xml"/><Relationship Id="rvlabLayout6" Type="http://schemas.openxmlformats.org/officeDocument/2006/relationships/slideLayout" Target="../slideLayouts/slideLayout6.xml"/><Relationship Id="rvlabLayout7" Type="http://schemas.openxmlformats.org/officeDocument/2006/relationships/slideLayout" Target="../slideLayouts/slideLayout7.xml"/><Relationship Id="rvlabLayout8" Type="http://schemas.openxmlformats.org/officeDocument/2006/relationships/slideLayout" Target="../slideLayouts/slideLayout8.xml"/><Relationship Id="rvlabLayout9" Type="http://schemas.openxmlformats.org/officeDocument/2006/relationships/slideLayout" Target="../slideLayouts/slideLayout9.xml"/><Relationship Id="rvlabLayout10" Type="http://schemas.openxmlformats.org/officeDocument/2006/relationships/slideLayout" Target="../slideLayouts/slideLayout10.xml"/><Relationship Id="rvlabLayout11" Type="http://schemas.openxmlformats.org/officeDocument/2006/relationships/slideLayout" Target="../slideLayouts/slideLayout11.xml"/><Relationship Id="rvlabLayout12" Type="http://schemas.openxmlformats.org/officeDocument/2006/relationships/slideLayout" Target="../slideLayouts/slideLayout12.xml"/><Relationship Id="rvlabLayout13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179" y="365126"/>
            <a:ext cx="105153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838179" y="1825625"/>
            <a:ext cx="1051533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179" y="6356351"/>
            <a:ext cx="27431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499" y="6356351"/>
            <a:ext cx="41146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385" y="6356351"/>
            <a:ext cx="27431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vlabLayout5"/>
    <p:sldLayoutId id="2147483654" r:id="rvlabLayout6"/>
    <p:sldLayoutId id="2147483655" r:id="rvlabLayout7"/>
    <p:sldLayoutId id="2147483656" r:id="rvlabLayout8"/>
    <p:sldLayoutId id="2147483657" r:id="rvlabLayout9"/>
    <p:sldLayoutId id="2147483658" r:id="rvlabLayout10"/>
    <p:sldLayoutId id="2147483659" r:id="rvlabLayout11"/>
    <p:sldLayoutId id="2147483660" r:id="rvlabLayout12"/>
    <p:sldLayoutId id="2147483661" r:id="rvlabLayout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F172A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F172A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F172A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F172A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F172A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F172A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F172A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F172A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/>
</file>