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0" y="256032"/>
            <a:ext cx="12191695" cy="128016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3" name="Theme decor 3"/>
          <p:cNvSpPr/>
          <p:nvPr userDrawn="1"/>
        </p:nvSpPr>
        <p:spPr>
          <a:xfrm>
            <a:off x="0" y="384048"/>
            <a:ext cx="12191695" cy="9144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4" name="Theme decor 4"/>
          <p:cNvSpPr/>
          <p:nvPr userDrawn="1"/>
        </p:nvSpPr>
        <p:spPr>
          <a:xfrm>
            <a:off x="0" y="6382512"/>
            <a:ext cx="12191695" cy="9144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0" y="6473952"/>
            <a:ext cx="12191695" cy="128016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7" name="Theme decor 7"/>
          <p:cNvSpPr/>
          <p:nvPr userDrawn="1"/>
        </p:nvSpPr>
        <p:spPr>
          <a:xfrm>
            <a:off x="4727448" y="4114800"/>
            <a:ext cx="2743200" cy="0"/>
          </a:xfrm>
          <a:prstGeom prst="line">
            <a:avLst/>
          </a:prstGeom>
          <a:noFill/>
          <a:ln w="12700">
            <a:solidFill>
              <a:srgbClr val="2B2118"/>
            </a:solidFill>
          </a:ln>
        </p:spPr>
      </p:sp>
      <p:sp>
        <p:nvSpPr>
          <p:cNvPr id="908" name="Theme decor 8"/>
          <p:cNvSpPr/>
          <p:nvPr userDrawn="1"/>
        </p:nvSpPr>
        <p:spPr>
          <a:xfrm>
            <a:off x="6025896" y="4041648"/>
            <a:ext cx="146304" cy="146304"/>
          </a:xfrm>
          <a:prstGeom prst="ellipse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2B211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2B2118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4572000"/>
            <a:ext cx="10725912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2B2118"/>
                </a:solidFill>
                <a:latin typeface="Liberation Serif"/>
                <a:ea typeface="Noto Serif CJK KR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4937760"/>
            <a:ext cx="10725912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2F5D62"/>
                </a:solidFill>
                <a:latin typeface="Liberation Serif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2F5D62"/>
                </a:solidFill>
                <a:latin typeface="Liberation Serif"/>
                <a:ea typeface="Noto Serif CJK KR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868680"/>
            <a:ext cx="10725912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300" b="0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300" b="0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 txBox="1"/>
          <p:nvPr userDrawn="1"/>
        </p:nvSpPr>
        <p:spPr>
          <a:xfrm>
            <a:off x="685800" y="502920"/>
            <a:ext cx="10817352" cy="64008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wrap="square" anchor="t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3000" b="1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3000" b="1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>
            <a:r>
              <a:rPr sz="3000" b="1">
                <a:solidFill>
                  <a:srgbClr val="2F5D62"/>
                </a:solidFill>
                <a:latin typeface="Noto Serif CJK KR"/>
                <a:ea typeface="Noto Serif CJK KR"/>
              </a:rPr>
              <a:t>Contents</a:t>
            </a:r>
          </a:p>
        </p:txBody>
      </p:sp>
      <p:sp>
        <p:nvSpPr>
          <p:cNvPr id="903" name="Theme decor 3"/>
          <p:cNvSpPr/>
          <p:nvPr userDrawn="1"/>
        </p:nvSpPr>
        <p:spPr>
          <a:xfrm>
            <a:off x="685800" y="1188720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685800" y="1261872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3108960" y="1463040"/>
            <a:ext cx="7772400" cy="475488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buNone/>
              <a:defRPr sz="2200" b="1">
                <a:solidFill>
                  <a:srgbClr val="2B2118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400"/>
              </a:spcAft>
              <a:buNone/>
              <a:defRPr sz="1700" b="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9050">
            <a:solidFill>
              <a:srgbClr val="E0A458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6350">
            <a:solidFill>
              <a:srgbClr val="E0A458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6007608" y="2331720"/>
            <a:ext cx="182880" cy="182880"/>
          </a:xfrm>
          <a:prstGeom prst="ellipse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E0A45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E0A458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F4ECD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F4ECD8"/>
                </a:solidFill>
                <a:latin typeface="Noto Serif CJK KR"/>
                <a:ea typeface="Noto Serif CJK KR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0" y="256032"/>
            <a:ext cx="12191695" cy="128016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3" name="Theme decor 3"/>
          <p:cNvSpPr/>
          <p:nvPr userDrawn="1"/>
        </p:nvSpPr>
        <p:spPr>
          <a:xfrm>
            <a:off x="0" y="384048"/>
            <a:ext cx="12191695" cy="9144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4" name="Theme decor 4"/>
          <p:cNvSpPr/>
          <p:nvPr userDrawn="1"/>
        </p:nvSpPr>
        <p:spPr>
          <a:xfrm>
            <a:off x="0" y="6382512"/>
            <a:ext cx="12191695" cy="9144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0" y="6473952"/>
            <a:ext cx="12191695" cy="128016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7" name="Theme decor 7"/>
          <p:cNvSpPr/>
          <p:nvPr userDrawn="1"/>
        </p:nvSpPr>
        <p:spPr>
          <a:xfrm>
            <a:off x="4727448" y="4114800"/>
            <a:ext cx="2743200" cy="0"/>
          </a:xfrm>
          <a:prstGeom prst="line">
            <a:avLst/>
          </a:prstGeom>
          <a:noFill/>
          <a:ln w="12700">
            <a:solidFill>
              <a:srgbClr val="2B2118"/>
            </a:solidFill>
          </a:ln>
        </p:spPr>
      </p:sp>
      <p:sp>
        <p:nvSpPr>
          <p:cNvPr id="908" name="Theme decor 8"/>
          <p:cNvSpPr/>
          <p:nvPr userDrawn="1"/>
        </p:nvSpPr>
        <p:spPr>
          <a:xfrm>
            <a:off x="6025896" y="4041648"/>
            <a:ext cx="146304" cy="146304"/>
          </a:xfrm>
          <a:prstGeom prst="ellipse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2B211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2B2118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4572000"/>
            <a:ext cx="10725912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2B2118"/>
                </a:solidFill>
                <a:latin typeface="Liberation Serif"/>
                <a:ea typeface="Noto Serif CJK KR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4937760"/>
            <a:ext cx="10725912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2F5D62"/>
                </a:solidFill>
                <a:latin typeface="Liberation Serif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2F5D62"/>
                </a:solidFill>
                <a:latin typeface="Liberation Serif"/>
                <a:ea typeface="Noto Serif CJK KR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868680"/>
            <a:ext cx="10725912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1300" b="0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1300" b="0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9050">
            <a:solidFill>
              <a:srgbClr val="E0A458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6350">
            <a:solidFill>
              <a:srgbClr val="E0A458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6007608" y="2331720"/>
            <a:ext cx="182880" cy="182880"/>
          </a:xfrm>
          <a:prstGeom prst="ellipse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E0A45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E0A458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F4ECD8"/>
                </a:solidFill>
                <a:latin typeface="Noto Serif CJK KR"/>
                <a:ea typeface="Noto Serif CJK KR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buNone/>
              <a:defRPr sz="3800" b="1">
                <a:solidFill>
                  <a:srgbClr val="F4ECD8"/>
                </a:solidFill>
                <a:latin typeface="Noto Serif CJK KR"/>
                <a:ea typeface="Noto Serif CJK KR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10817352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5271516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88720"/>
            <a:ext cx="5271516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5271516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88720"/>
            <a:ext cx="5271516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10817352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3422904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383024" y="1188720"/>
            <a:ext cx="3422904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080248" y="1188720"/>
            <a:ext cx="3422904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274320" y="228600"/>
            <a:ext cx="11643055" cy="6400800"/>
          </a:xfrm>
          <a:prstGeom prst="rect">
            <a:avLst/>
          </a:prstGeom>
          <a:noFill/>
          <a:ln w="19050">
            <a:solidFill>
              <a:srgbClr val="2F5D62"/>
            </a:solidFill>
          </a:ln>
        </p:spPr>
      </p:sp>
      <p:sp>
        <p:nvSpPr>
          <p:cNvPr id="902" name="Theme decor 2"/>
          <p:cNvSpPr/>
          <p:nvPr userDrawn="1"/>
        </p:nvSpPr>
        <p:spPr>
          <a:xfrm>
            <a:off x="685800" y="896112"/>
            <a:ext cx="10817352" cy="0"/>
          </a:xfrm>
          <a:prstGeom prst="line">
            <a:avLst/>
          </a:prstGeom>
          <a:noFill/>
          <a:ln w="28575">
            <a:solidFill>
              <a:srgbClr val="2F5D62"/>
            </a:solidFill>
          </a:ln>
        </p:spPr>
      </p:sp>
      <p:sp>
        <p:nvSpPr>
          <p:cNvPr id="903" name="Theme decor 3"/>
          <p:cNvSpPr/>
          <p:nvPr userDrawn="1"/>
        </p:nvSpPr>
        <p:spPr>
          <a:xfrm>
            <a:off x="685800" y="969264"/>
            <a:ext cx="10817352" cy="0"/>
          </a:xfrm>
          <a:prstGeom prst="line">
            <a:avLst/>
          </a:prstGeom>
          <a:noFill/>
          <a:ln w="9525">
            <a:solidFill>
              <a:srgbClr val="2F5D62"/>
            </a:solidFill>
          </a:ln>
        </p:spPr>
      </p:sp>
      <p:sp>
        <p:nvSpPr>
          <p:cNvPr id="904" name="Theme decor 4"/>
          <p:cNvSpPr/>
          <p:nvPr userDrawn="1"/>
        </p:nvSpPr>
        <p:spPr>
          <a:xfrm>
            <a:off x="9692640" y="502920"/>
            <a:ext cx="548640" cy="109728"/>
          </a:xfrm>
          <a:prstGeom prst="rect">
            <a:avLst/>
          </a:prstGeom>
          <a:solidFill>
            <a:srgbClr val="A84432"/>
          </a:solidFill>
          <a:ln w="12700">
            <a:noFill/>
          </a:ln>
        </p:spPr>
      </p:sp>
      <p:sp>
        <p:nvSpPr>
          <p:cNvPr id="905" name="Theme decor 5"/>
          <p:cNvSpPr/>
          <p:nvPr userDrawn="1"/>
        </p:nvSpPr>
        <p:spPr>
          <a:xfrm>
            <a:off x="10287000" y="502920"/>
            <a:ext cx="548640" cy="109728"/>
          </a:xfrm>
          <a:prstGeom prst="rect">
            <a:avLst/>
          </a:prstGeom>
          <a:solidFill>
            <a:srgbClr val="E0A458"/>
          </a:solidFill>
          <a:ln w="12700">
            <a:noFill/>
          </a:ln>
        </p:spPr>
      </p:sp>
      <p:sp>
        <p:nvSpPr>
          <p:cNvPr id="906" name="Theme decor 6"/>
          <p:cNvSpPr/>
          <p:nvPr userDrawn="1"/>
        </p:nvSpPr>
        <p:spPr>
          <a:xfrm>
            <a:off x="10881360" y="502920"/>
            <a:ext cx="548640" cy="109728"/>
          </a:xfrm>
          <a:prstGeom prst="rect">
            <a:avLst/>
          </a:prstGeom>
          <a:solidFill>
            <a:srgbClr val="2F5D62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85800" y="347472"/>
            <a:ext cx="8229600" cy="50292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800" b="1" spc="100">
                <a:solidFill>
                  <a:srgbClr val="2F5D62"/>
                </a:solidFill>
                <a:latin typeface="Noto Serif CJK KR"/>
                <a:ea typeface="Noto Serif CJK KR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A84432"/>
                </a:solidFill>
                <a:latin typeface="Noto Serif CJK KR"/>
                <a:ea typeface="Noto Serif CJK KR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685800" y="1188720"/>
            <a:ext cx="527151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1188720"/>
            <a:ext cx="527151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685800" y="3863340"/>
            <a:ext cx="527151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31636" y="3863340"/>
            <a:ext cx="527151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2B2118"/>
                </a:solidFill>
                <a:latin typeface="Liberation Serif"/>
                <a:ea typeface="Noto Serif CJK KR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2B2118"/>
                </a:solidFill>
                <a:latin typeface="Liberation Serif"/>
                <a:ea typeface="Noto Serif CJK K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CD8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2B21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1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B2118"/>
        </a:buClr>
        <a:buFont typeface="Arial"/>
        <a:defRPr b="0" i="0" spc="0" sz="1400" u="none" cap="none" strike="noStrike">
          <a:solidFill>
            <a:srgbClr val="2B2118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2B2118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B2118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B2118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B2118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2B2118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B2118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B2118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B2118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