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0" roundtripDataSignature="AMtx7min/rVjmUmMHsZuiS0dxXj2XCPf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0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7" name="Google Shape;57;p2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2" name="Google Shape;62;p3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8" name="Google Shape;6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75" name="Google Shape;75;p5:notes"/>
          <p:cNvSpPr/>
          <p:nvPr>
            <p:ph idx="2" type="sldImg"/>
          </p:nvPr>
        </p:nvSpPr>
        <p:spPr>
          <a:xfrm>
            <a:off x="1371600" y="1143000"/>
            <a:ext cx="41148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>
  <p:cSld name="제목 슬라이드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/>
          <p:nvPr/>
        </p:nvSpPr>
        <p:spPr>
          <a:xfrm>
            <a:off x="0" y="2008029"/>
            <a:ext cx="9144000" cy="1583848"/>
          </a:xfrm>
          <a:prstGeom prst="rect">
            <a:avLst/>
          </a:prstGeom>
          <a:solidFill>
            <a:srgbClr val="053F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1" i="0" sz="28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7"/>
          <p:cNvSpPr/>
          <p:nvPr/>
        </p:nvSpPr>
        <p:spPr>
          <a:xfrm>
            <a:off x="0" y="3586925"/>
            <a:ext cx="9144001" cy="1705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8" name="Google Shape;18;p7"/>
          <p:cNvSpPr txBox="1"/>
          <p:nvPr>
            <p:ph type="ctrTitle"/>
          </p:nvPr>
        </p:nvSpPr>
        <p:spPr>
          <a:xfrm>
            <a:off x="415636" y="2137438"/>
            <a:ext cx="8312728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7"/>
          <p:cNvSpPr txBox="1"/>
          <p:nvPr>
            <p:ph idx="1" type="subTitle"/>
          </p:nvPr>
        </p:nvSpPr>
        <p:spPr>
          <a:xfrm>
            <a:off x="422910" y="3003157"/>
            <a:ext cx="8298180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  <a:defRPr b="1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7"/>
          <p:cNvSpPr/>
          <p:nvPr/>
        </p:nvSpPr>
        <p:spPr>
          <a:xfrm>
            <a:off x="6504495" y="1"/>
            <a:ext cx="2639505" cy="94268"/>
          </a:xfrm>
          <a:prstGeom prst="rect">
            <a:avLst/>
          </a:prstGeom>
          <a:solidFill>
            <a:srgbClr val="C0D5E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pic>
        <p:nvPicPr>
          <p:cNvPr id="21" name="Google Shape;2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57187" y="5901831"/>
            <a:ext cx="1315679" cy="91892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7"/>
          <p:cNvSpPr/>
          <p:nvPr/>
        </p:nvSpPr>
        <p:spPr>
          <a:xfrm>
            <a:off x="0" y="0"/>
            <a:ext cx="6504495" cy="268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b="1" i="0" sz="12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" name="Google Shape;23;p7"/>
          <p:cNvSpPr txBox="1"/>
          <p:nvPr>
            <p:ph idx="2" type="body"/>
          </p:nvPr>
        </p:nvSpPr>
        <p:spPr>
          <a:xfrm>
            <a:off x="2013743" y="3982062"/>
            <a:ext cx="5130800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7"/>
          <p:cNvSpPr txBox="1"/>
          <p:nvPr>
            <p:ph idx="3" type="body"/>
          </p:nvPr>
        </p:nvSpPr>
        <p:spPr>
          <a:xfrm>
            <a:off x="1671637" y="4714958"/>
            <a:ext cx="5815013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pic>
        <p:nvPicPr>
          <p:cNvPr descr="어둠, 불꽃놀이이(가) 표시된 사진&#10;&#10;AI가 생성한 콘텐츠는 부정확할 수 있습니다." id="25" name="Google Shape;25;p7"/>
          <p:cNvPicPr preferRelativeResize="0"/>
          <p:nvPr/>
        </p:nvPicPr>
        <p:blipFill rotWithShape="1">
          <a:blip r:embed="rId3">
            <a:alphaModFix/>
          </a:blip>
          <a:srcRect b="27427" l="27504" r="29740" t="27491"/>
          <a:stretch/>
        </p:blipFill>
        <p:spPr>
          <a:xfrm>
            <a:off x="7717715" y="5936043"/>
            <a:ext cx="1152089" cy="850501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7"/>
          <p:cNvSpPr txBox="1"/>
          <p:nvPr>
            <p:ph idx="4" type="body"/>
          </p:nvPr>
        </p:nvSpPr>
        <p:spPr>
          <a:xfrm>
            <a:off x="73944" y="43254"/>
            <a:ext cx="40702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b="1" sz="1200">
                <a:solidFill>
                  <a:schemeClr val="lt1"/>
                </a:solidFill>
              </a:defRPr>
            </a:lvl1pPr>
            <a:lvl2pPr indent="-3048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indent="-3048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indent="-3048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indent="-3048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제목 및 내용">
  <p:cSld name="1_제목 및 내용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/>
          <p:nvPr>
            <p:ph idx="1" type="body"/>
          </p:nvPr>
        </p:nvSpPr>
        <p:spPr>
          <a:xfrm>
            <a:off x="2165448" y="130340"/>
            <a:ext cx="6763398" cy="659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8"/>
          <p:cNvSpPr/>
          <p:nvPr/>
        </p:nvSpPr>
        <p:spPr>
          <a:xfrm>
            <a:off x="-1" y="0"/>
            <a:ext cx="1924425" cy="6858000"/>
          </a:xfrm>
          <a:prstGeom prst="rect">
            <a:avLst/>
          </a:prstGeom>
          <a:gradFill>
            <a:gsLst>
              <a:gs pos="0">
                <a:srgbClr val="0070C0"/>
              </a:gs>
              <a:gs pos="70000">
                <a:srgbClr val="0070C0">
                  <a:alpha val="90196"/>
                </a:srgbClr>
              </a:gs>
              <a:gs pos="100000">
                <a:srgbClr val="0070C0">
                  <a:alpha val="74902"/>
                </a:srgbClr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0" name="Google Shape;30;p8"/>
          <p:cNvSpPr/>
          <p:nvPr/>
        </p:nvSpPr>
        <p:spPr>
          <a:xfrm>
            <a:off x="95313" y="3025913"/>
            <a:ext cx="1638155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1" name="Google Shape;31;p8"/>
          <p:cNvSpPr/>
          <p:nvPr/>
        </p:nvSpPr>
        <p:spPr>
          <a:xfrm>
            <a:off x="95313" y="3811766"/>
            <a:ext cx="1638155" cy="2032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t" dir="5400000" dist="254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" name="Google Shape;32;p8"/>
          <p:cNvSpPr/>
          <p:nvPr/>
        </p:nvSpPr>
        <p:spPr>
          <a:xfrm>
            <a:off x="39585" y="3167390"/>
            <a:ext cx="1749611" cy="52322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제목 및 내용">
  <p:cSld name="2_제목 및 내용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0" y="2639987"/>
            <a:ext cx="9144000" cy="1308965"/>
          </a:xfrm>
          <a:prstGeom prst="rect">
            <a:avLst/>
          </a:prstGeom>
          <a:solidFill>
            <a:srgbClr val="053F9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br>
              <a:rPr b="1" i="0" lang="en-US" sz="36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</a:br>
            <a:endParaRPr b="1" i="0" sz="3600" u="none" cap="none" strike="noStrike">
              <a:solidFill>
                <a:srgbClr val="FFFF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9"/>
          <p:cNvSpPr/>
          <p:nvPr/>
        </p:nvSpPr>
        <p:spPr>
          <a:xfrm>
            <a:off x="0" y="3951490"/>
            <a:ext cx="9144001" cy="170519"/>
          </a:xfrm>
          <a:prstGeom prst="rect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422910" y="3395811"/>
            <a:ext cx="8298180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  <a:defRPr b="1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7" name="Google Shape;37;p9"/>
          <p:cNvSpPr txBox="1"/>
          <p:nvPr>
            <p:ph type="ctrTitle"/>
          </p:nvPr>
        </p:nvSpPr>
        <p:spPr>
          <a:xfrm>
            <a:off x="415636" y="2861201"/>
            <a:ext cx="8312728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  <a:defRPr b="1" sz="32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/>
          <p:nvPr/>
        </p:nvSpPr>
        <p:spPr>
          <a:xfrm>
            <a:off x="0" y="6617261"/>
            <a:ext cx="9144000" cy="24424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00789" y="903151"/>
            <a:ext cx="7886700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  <a:defRPr sz="2400"/>
            </a:lvl1pPr>
            <a:lvl2pPr indent="-355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0"/>
          <p:cNvSpPr/>
          <p:nvPr/>
        </p:nvSpPr>
        <p:spPr>
          <a:xfrm>
            <a:off x="778933" y="325154"/>
            <a:ext cx="8365066" cy="45719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206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2" name="Google Shape;42;p10"/>
          <p:cNvSpPr/>
          <p:nvPr/>
        </p:nvSpPr>
        <p:spPr>
          <a:xfrm flipH="1" rot="5400000">
            <a:off x="138363" y="47224"/>
            <a:ext cx="324853" cy="601578"/>
          </a:xfrm>
          <a:prstGeom prst="flowChartManualInput">
            <a:avLst/>
          </a:prstGeom>
          <a:gradFill>
            <a:gsLst>
              <a:gs pos="0">
                <a:srgbClr val="0070C0"/>
              </a:gs>
              <a:gs pos="50000">
                <a:srgbClr val="0070C0">
                  <a:alpha val="70196"/>
                </a:srgbClr>
              </a:gs>
              <a:gs pos="100000">
                <a:srgbClr val="0070C0">
                  <a:alpha val="50196"/>
                </a:srgbClr>
              </a:gs>
            </a:gsLst>
            <a:lin ang="27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" name="Google Shape;43;p10"/>
          <p:cNvSpPr txBox="1"/>
          <p:nvPr>
            <p:ph type="title"/>
          </p:nvPr>
        </p:nvSpPr>
        <p:spPr>
          <a:xfrm>
            <a:off x="628650" y="95107"/>
            <a:ext cx="1697300" cy="5110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  <a:defRPr b="1"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2" type="sldNum"/>
          </p:nvPr>
        </p:nvSpPr>
        <p:spPr>
          <a:xfrm>
            <a:off x="3543300" y="6626022"/>
            <a:ext cx="20574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1" i="0" sz="1200" u="none" cap="none" strike="noStrike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10"/>
          <p:cNvSpPr txBox="1"/>
          <p:nvPr>
            <p:ph idx="11" type="ftr"/>
          </p:nvPr>
        </p:nvSpPr>
        <p:spPr>
          <a:xfrm>
            <a:off x="6006855" y="6626022"/>
            <a:ext cx="3086100" cy="2267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Malgun Gothic"/>
              <a:buNone/>
              <a:defRPr b="0" i="0" sz="4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6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2" name="Google Shape;12;p6"/>
          <p:cNvSpPr txBox="1"/>
          <p:nvPr>
            <p:ph idx="10" type="dt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3" name="Google Shape;13;p6"/>
          <p:cNvSpPr txBox="1"/>
          <p:nvPr>
            <p:ph idx="11" type="ftr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14" name="Google Shape;14;p6"/>
          <p:cNvSpPr txBox="1"/>
          <p:nvPr>
            <p:ph idx="12" type="sldNum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757575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"/>
          <p:cNvSpPr txBox="1"/>
          <p:nvPr>
            <p:ph type="ctrTitle"/>
          </p:nvPr>
        </p:nvSpPr>
        <p:spPr>
          <a:xfrm>
            <a:off x="415636" y="2137438"/>
            <a:ext cx="8312728" cy="83683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Malgun Gothic"/>
              <a:buNone/>
            </a:pPr>
            <a:r>
              <a:rPr lang="en-US"/>
              <a:t>RV LAB 로봇팀 랩세미나 2주차 자료</a:t>
            </a:r>
            <a:endParaRPr/>
          </a:p>
        </p:txBody>
      </p:sp>
      <p:sp>
        <p:nvSpPr>
          <p:cNvPr id="51" name="Google Shape;51;p1"/>
          <p:cNvSpPr txBox="1"/>
          <p:nvPr>
            <p:ph idx="1" type="subTitle"/>
          </p:nvPr>
        </p:nvSpPr>
        <p:spPr>
          <a:xfrm>
            <a:off x="422910" y="3003157"/>
            <a:ext cx="8298180" cy="5275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ts val="2400"/>
              <a:buNone/>
            </a:pP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「</a:t>
            </a:r>
            <a:r>
              <a:rPr lang="en-US"/>
              <a:t>AI worke기반 Imitation Learning </a:t>
            </a:r>
            <a:r>
              <a:rPr lang="en-US">
                <a:latin typeface="Malgun Gothic"/>
                <a:ea typeface="Malgun Gothic"/>
                <a:cs typeface="Malgun Gothic"/>
                <a:sym typeface="Malgun Gothic"/>
              </a:rPr>
              <a:t>적용결과</a:t>
            </a:r>
            <a:r>
              <a:rPr b="1" lang="en-US" sz="2400">
                <a:solidFill>
                  <a:srgbClr val="FFFF00"/>
                </a:solidFill>
                <a:latin typeface="Arial"/>
                <a:ea typeface="Arial"/>
                <a:cs typeface="Arial"/>
                <a:sym typeface="Arial"/>
              </a:rPr>
              <a:t>」</a:t>
            </a:r>
            <a:endParaRPr/>
          </a:p>
        </p:txBody>
      </p:sp>
      <p:sp>
        <p:nvSpPr>
          <p:cNvPr id="52" name="Google Shape;52;p1"/>
          <p:cNvSpPr txBox="1"/>
          <p:nvPr>
            <p:ph idx="2" type="body"/>
          </p:nvPr>
        </p:nvSpPr>
        <p:spPr>
          <a:xfrm>
            <a:off x="2013743" y="3982062"/>
            <a:ext cx="5130800" cy="5633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이다민 (Damin Lee)</a:t>
            </a:r>
            <a:endParaRPr/>
          </a:p>
        </p:txBody>
      </p:sp>
      <p:sp>
        <p:nvSpPr>
          <p:cNvPr id="53" name="Google Shape;53;p1"/>
          <p:cNvSpPr txBox="1"/>
          <p:nvPr>
            <p:ph idx="3" type="body"/>
          </p:nvPr>
        </p:nvSpPr>
        <p:spPr>
          <a:xfrm>
            <a:off x="1671637" y="4714958"/>
            <a:ext cx="5815013" cy="81637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경기대학교 창의공과대학 전자공</a:t>
            </a:r>
            <a:r>
              <a:rPr lang="en-US"/>
              <a:t>학과 3</a:t>
            </a:r>
            <a:r>
              <a:rPr lang="en-US"/>
              <a:t>학년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/>
              <a:t>Robotics and Vision Lab Robot Team</a:t>
            </a:r>
            <a:endParaRPr/>
          </a:p>
        </p:txBody>
      </p:sp>
      <p:sp>
        <p:nvSpPr>
          <p:cNvPr id="54" name="Google Shape;54;p1"/>
          <p:cNvSpPr txBox="1"/>
          <p:nvPr>
            <p:ph idx="4" type="body"/>
          </p:nvPr>
        </p:nvSpPr>
        <p:spPr>
          <a:xfrm>
            <a:off x="73944" y="43254"/>
            <a:ext cx="4070256" cy="19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</a:pPr>
            <a:r>
              <a:rPr lang="en-US"/>
              <a:t>발표일시 : 2026.04.03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/>
          <p:nvPr>
            <p:ph idx="1" type="body"/>
          </p:nvPr>
        </p:nvSpPr>
        <p:spPr>
          <a:xfrm>
            <a:off x="2165448" y="130340"/>
            <a:ext cx="6763398" cy="659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Chapter 1: Research Background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Introduction to VLA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Related Works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Contributions</a:t>
            </a:r>
            <a:endParaRPr/>
          </a:p>
          <a:p>
            <a:pPr indent="-8763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Chapter 2: Chattering-Enhanced ACT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Proposed Methods</a:t>
            </a:r>
            <a:endParaRPr/>
          </a:p>
          <a:p>
            <a:pPr indent="-8763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Chapter 3: Experiments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Experimental Setup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Results and Analysis</a:t>
            </a:r>
            <a:endParaRPr/>
          </a:p>
          <a:p>
            <a:pPr indent="0" lvl="0" marL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▪"/>
            </a:pPr>
            <a:r>
              <a:rPr b="1" lang="en-US"/>
              <a:t>Chapter 4: Summary and Future Works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Summary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Future 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"/>
          <p:cNvSpPr txBox="1"/>
          <p:nvPr>
            <p:ph idx="1" type="subTitle"/>
          </p:nvPr>
        </p:nvSpPr>
        <p:spPr>
          <a:xfrm>
            <a:off x="422910" y="3395811"/>
            <a:ext cx="8298180" cy="36034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None/>
            </a:pPr>
            <a:r>
              <a:rPr lang="en-US"/>
              <a:t>Research Background</a:t>
            </a:r>
            <a:endParaRPr/>
          </a:p>
        </p:txBody>
      </p:sp>
      <p:sp>
        <p:nvSpPr>
          <p:cNvPr id="65" name="Google Shape;65;p3"/>
          <p:cNvSpPr txBox="1"/>
          <p:nvPr>
            <p:ph type="ctrTitle"/>
          </p:nvPr>
        </p:nvSpPr>
        <p:spPr>
          <a:xfrm>
            <a:off x="415636" y="2861201"/>
            <a:ext cx="8312728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lgun Gothic"/>
              <a:buNone/>
            </a:pPr>
            <a:r>
              <a:rPr lang="en-US"/>
              <a:t>연구 배경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4"/>
          <p:cNvSpPr txBox="1"/>
          <p:nvPr>
            <p:ph idx="1" type="body"/>
          </p:nvPr>
        </p:nvSpPr>
        <p:spPr>
          <a:xfrm>
            <a:off x="300789" y="903151"/>
            <a:ext cx="7886700" cy="25258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▪"/>
            </a:pPr>
            <a:r>
              <a:rPr lang="en-US"/>
              <a:t>Vision Language Action기법들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Method 1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Method 2</a:t>
            </a:r>
            <a:endParaRPr/>
          </a:p>
          <a:p>
            <a:pPr indent="-228600" lvl="1" marL="68580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/>
              <a:t>Method 3..</a:t>
            </a:r>
            <a:endParaRPr/>
          </a:p>
        </p:txBody>
      </p:sp>
      <p:sp>
        <p:nvSpPr>
          <p:cNvPr id="72" name="Google Shape;72;p4"/>
          <p:cNvSpPr txBox="1"/>
          <p:nvPr>
            <p:ph type="title"/>
          </p:nvPr>
        </p:nvSpPr>
        <p:spPr>
          <a:xfrm>
            <a:off x="628650" y="95107"/>
            <a:ext cx="3136900" cy="51106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Malgun Gothic"/>
              <a:buNone/>
            </a:pPr>
            <a:r>
              <a:rPr lang="en-US"/>
              <a:t>Introduction to VLA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5"/>
          <p:cNvSpPr txBox="1"/>
          <p:nvPr>
            <p:ph type="ctrTitle"/>
          </p:nvPr>
        </p:nvSpPr>
        <p:spPr>
          <a:xfrm>
            <a:off x="415636" y="3083451"/>
            <a:ext cx="8312728" cy="5196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Malgun Gothic"/>
              <a:buNone/>
            </a:pPr>
            <a:r>
              <a:rPr lang="en-US"/>
              <a:t>감사합니다.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2026-04-03T04:12:57Z</dcterms:created>
  <dc:creator>민성 최</dc:creator>
</cp:coreProperties>
</file>