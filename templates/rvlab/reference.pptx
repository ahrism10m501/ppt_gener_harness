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n/rVjmUmMHsZuiS0dxXj2XCP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9144000" cy="1583848"/>
          </a:xfrm>
          <a:prstGeom prst="rect">
            <a:avLst/>
          </a:prstGeom>
          <a:solidFill>
            <a:srgbClr val="053F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9144001" cy="1705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415636" y="2137438"/>
            <a:ext cx="8312728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422910" y="3003157"/>
            <a:ext cx="8298180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  <a:defRPr b="1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6504495" y="1"/>
            <a:ext cx="2639505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" name="Google Shape;2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7187" y="5901831"/>
            <a:ext cx="1315679" cy="91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"/>
          <p:cNvSpPr/>
          <p:nvPr/>
        </p:nvSpPr>
        <p:spPr>
          <a:xfrm>
            <a:off x="0" y="0"/>
            <a:ext cx="6504495" cy="268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013743" y="3982062"/>
            <a:ext cx="5130800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1671637" y="4714958"/>
            <a:ext cx="5815013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어둠, 불꽃놀이이(가) 표시된 사진&#10;&#10;AI가 생성한 콘텐츠는 부정확할 수 있습니다." id="25" name="Google Shape;25;p7"/>
          <p:cNvPicPr preferRelativeResize="0"/>
          <p:nvPr/>
        </p:nvPicPr>
        <p:blipFill rotWithShape="1">
          <a:blip r:embed="rId3">
            <a:alphaModFix/>
          </a:blip>
          <a:srcRect b="27427" l="27504" r="29740" t="27491"/>
          <a:stretch/>
        </p:blipFill>
        <p:spPr>
          <a:xfrm>
            <a:off x="7717715" y="5936043"/>
            <a:ext cx="1152089" cy="85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944" y="43254"/>
            <a:ext cx="40702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idx="1" type="body"/>
          </p:nvPr>
        </p:nvSpPr>
        <p:spPr>
          <a:xfrm>
            <a:off x="2165448" y="130340"/>
            <a:ext cx="6763398" cy="659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/>
          <p:nvPr/>
        </p:nvSpPr>
        <p:spPr>
          <a:xfrm>
            <a:off x="-1" y="0"/>
            <a:ext cx="1924425" cy="6858000"/>
          </a:xfrm>
          <a:prstGeom prst="rect">
            <a:avLst/>
          </a:prstGeom>
          <a:gradFill>
            <a:gsLst>
              <a:gs pos="0">
                <a:srgbClr val="0070C0"/>
              </a:gs>
              <a:gs pos="70000">
                <a:srgbClr val="0070C0">
                  <a:alpha val="90196"/>
                </a:srgbClr>
              </a:gs>
              <a:gs pos="100000">
                <a:srgbClr val="0070C0">
                  <a:alpha val="7490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8"/>
          <p:cNvSpPr/>
          <p:nvPr/>
        </p:nvSpPr>
        <p:spPr>
          <a:xfrm>
            <a:off x="95313" y="3025913"/>
            <a:ext cx="1638155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95313" y="3811766"/>
            <a:ext cx="1638155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39585" y="3167390"/>
            <a:ext cx="1749611" cy="52322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9144000" cy="1308965"/>
          </a:xfrm>
          <a:prstGeom prst="rect">
            <a:avLst/>
          </a:prstGeom>
          <a:solidFill>
            <a:srgbClr val="053F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9144001" cy="1705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22910" y="3395811"/>
            <a:ext cx="8298180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  <a:defRPr b="1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ctrTitle"/>
          </p:nvPr>
        </p:nvSpPr>
        <p:spPr>
          <a:xfrm>
            <a:off x="415636" y="2861201"/>
            <a:ext cx="8312728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300789" y="903151"/>
            <a:ext cx="7886700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0070C0"/>
              </a:gs>
              <a:gs pos="50000">
                <a:srgbClr val="0070C0">
                  <a:alpha val="70196"/>
                </a:srgbClr>
              </a:gs>
              <a:gs pos="100000">
                <a:srgbClr val="0070C0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28650" y="95107"/>
            <a:ext cx="1697300" cy="5110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 preserve="1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9144000" cy="1583848"/>
          </a:xfrm>
          <a:prstGeom prst="rect">
            <a:avLst/>
          </a:prstGeom>
          <a:solidFill>
            <a:srgbClr val="053F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9144001" cy="1705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415636" y="2137438"/>
            <a:ext cx="8312728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422910" y="3003157"/>
            <a:ext cx="8298180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  <a:defRPr b="1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6504495" y="1"/>
            <a:ext cx="2639505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" name="Google Shape;2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7187" y="5901831"/>
            <a:ext cx="1315679" cy="91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"/>
          <p:cNvSpPr/>
          <p:nvPr/>
        </p:nvSpPr>
        <p:spPr>
          <a:xfrm>
            <a:off x="0" y="0"/>
            <a:ext cx="6504495" cy="268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013743" y="3982062"/>
            <a:ext cx="5130800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1671637" y="4714958"/>
            <a:ext cx="5815013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어둠, 불꽃놀이이(가) 표시된 사진&#10;&#10;AI가 생성한 콘텐츠는 부정확할 수 있습니다." id="25" name="Google Shape;25;p7"/>
          <p:cNvPicPr preferRelativeResize="0"/>
          <p:nvPr/>
        </p:nvPicPr>
        <p:blipFill rotWithShape="1">
          <a:blip r:embed="rId3">
            <a:alphaModFix/>
          </a:blip>
          <a:srcRect b="27427" l="27504" r="29740" t="27491"/>
          <a:stretch/>
        </p:blipFill>
        <p:spPr>
          <a:xfrm>
            <a:off x="7717715" y="5936043"/>
            <a:ext cx="1152089" cy="85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944" y="43254"/>
            <a:ext cx="40702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 type="secHead" preserve="1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9144000" cy="1308965"/>
          </a:xfrm>
          <a:prstGeom prst="rect">
            <a:avLst/>
          </a:prstGeom>
          <a:solidFill>
            <a:srgbClr val="053F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9144001" cy="1705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22910" y="3395811"/>
            <a:ext cx="8298180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  <a:defRPr b="1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15636" y="2861201"/>
            <a:ext cx="8312728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0070C0"/>
              </a:gs>
              <a:gs pos="50000">
                <a:srgbClr val="0070C0">
                  <a:alpha val="70196"/>
                </a:srgbClr>
              </a:gs>
              <a:gs pos="100000">
                <a:srgbClr val="0070C0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854049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0070C0"/>
              </a:gs>
              <a:gs pos="50000">
                <a:srgbClr val="0070C0">
                  <a:alpha val="70196"/>
                </a:srgbClr>
              </a:gs>
              <a:gs pos="100000">
                <a:srgbClr val="0070C0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416052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681728" y="905256"/>
            <a:ext cx="416052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0070C0"/>
              </a:gs>
              <a:gs pos="50000">
                <a:srgbClr val="0070C0">
                  <a:alpha val="70196"/>
                </a:srgbClr>
              </a:gs>
              <a:gs pos="100000">
                <a:srgbClr val="0070C0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416052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681728" y="905256"/>
            <a:ext cx="416052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ntent with Ca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0070C0"/>
              </a:gs>
              <a:gs pos="50000">
                <a:srgbClr val="0070C0">
                  <a:alpha val="70196"/>
                </a:srgbClr>
              </a:gs>
              <a:gs pos="100000">
                <a:srgbClr val="0070C0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854049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0070C0"/>
              </a:gs>
              <a:gs pos="50000">
                <a:srgbClr val="0070C0">
                  <a:alpha val="70196"/>
                </a:srgbClr>
              </a:gs>
              <a:gs pos="100000">
                <a:srgbClr val="0070C0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0070C0"/>
              </a:gs>
              <a:gs pos="50000">
                <a:srgbClr val="0070C0">
                  <a:alpha val="70196"/>
                </a:srgbClr>
              </a:gs>
              <a:gs pos="100000">
                <a:srgbClr val="0070C0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2700528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3221736" y="905256"/>
            <a:ext cx="2700528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6141720" y="905256"/>
            <a:ext cx="2700528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0070C0"/>
              </a:gs>
              <a:gs pos="50000">
                <a:srgbClr val="0070C0">
                  <a:alpha val="70196"/>
                </a:srgbClr>
              </a:gs>
              <a:gs pos="100000">
                <a:srgbClr val="0070C0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4160520" cy="264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681728" y="905256"/>
            <a:ext cx="4160520" cy="264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301752" y="3771900"/>
            <a:ext cx="4160520" cy="264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4" name="RVLAB Content 4"/>
          <p:cNvSpPr/>
          <p:nvPr>
            <p:ph idx="4"/>
          </p:nvPr>
        </p:nvSpPr>
        <p:spPr>
          <a:xfrm>
            <a:off x="4681728" y="3771900"/>
            <a:ext cx="4160520" cy="264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00000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00000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vlabLayout5" Type="http://schemas.openxmlformats.org/officeDocument/2006/relationships/slideLayout" Target="../slideLayouts/slideLayout5.xml"/><Relationship Id="rvlabLayout6" Type="http://schemas.openxmlformats.org/officeDocument/2006/relationships/slideLayout" Target="../slideLayouts/slideLayout6.xml"/><Relationship Id="rvlabLayout7" Type="http://schemas.openxmlformats.org/officeDocument/2006/relationships/slideLayout" Target="../slideLayouts/slideLayout7.xml"/><Relationship Id="rvlabLayout8" Type="http://schemas.openxmlformats.org/officeDocument/2006/relationships/slideLayout" Target="../slideLayouts/slideLayout8.xml"/><Relationship Id="rvlabLayout9" Type="http://schemas.openxmlformats.org/officeDocument/2006/relationships/slideLayout" Target="../slideLayouts/slideLayout9.xml"/><Relationship Id="rvlabLayout10" Type="http://schemas.openxmlformats.org/officeDocument/2006/relationships/slideLayout" Target="../slideLayouts/slideLayout10.xml"/><Relationship Id="rvlabLayout11" Type="http://schemas.openxmlformats.org/officeDocument/2006/relationships/slideLayout" Target="../slideLayouts/slideLayout11.xml"/><Relationship Id="rvlabLayout12" Type="http://schemas.openxmlformats.org/officeDocument/2006/relationships/slideLayout" Target="../slideLayouts/slideLayout12.xml"/><Relationship Id="rvlabLayout13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vlabLayout5"/>
    <p:sldLayoutId id="2147483654" r:id="rvlabLayout6"/>
    <p:sldLayoutId id="2147483655" r:id="rvlabLayout7"/>
    <p:sldLayoutId id="2147483656" r:id="rvlabLayout8"/>
    <p:sldLayoutId id="2147483657" r:id="rvlabLayout9"/>
    <p:sldLayoutId id="2147483658" r:id="rvlabLayout10"/>
    <p:sldLayoutId id="2147483659" r:id="rvlabLayout11"/>
    <p:sldLayoutId id="2147483660" r:id="rvlabLayout12"/>
    <p:sldLayoutId id="2147483661" r:id="rvlabLayout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/>
</file>