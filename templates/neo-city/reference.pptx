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Sz cy="6858000" cx="12191695" type="screen16x9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0" roundtripDataSignature="AMtx7min/rVjmUmMHsZuiS0dxXj2XCPf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>
  <p:cSld name="제목 슬라이드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Theme decor 1"/>
          <p:cNvSpPr/>
          <p:nvPr userDrawn="1"/>
        </p:nvSpPr>
        <p:spPr>
          <a:xfrm>
            <a:off x="0" y="6263640"/>
            <a:ext cx="12191695" cy="0"/>
          </a:xfrm>
          <a:prstGeom prst="line">
            <a:avLst/>
          </a:prstGeom>
          <a:noFill/>
          <a:ln w="12700">
            <a:solidFill>
              <a:srgbClr val="1E2A44"/>
            </a:solidFill>
          </a:ln>
        </p:spPr>
      </p:sp>
      <p:sp>
        <p:nvSpPr>
          <p:cNvPr id="902" name="Theme decor 2"/>
          <p:cNvSpPr/>
          <p:nvPr userDrawn="1"/>
        </p:nvSpPr>
        <p:spPr>
          <a:xfrm>
            <a:off x="0" y="6446520"/>
            <a:ext cx="12191695" cy="0"/>
          </a:xfrm>
          <a:prstGeom prst="line">
            <a:avLst/>
          </a:prstGeom>
          <a:noFill/>
          <a:ln w="12700">
            <a:solidFill>
              <a:srgbClr val="1E2A44"/>
            </a:solidFill>
          </a:ln>
        </p:spPr>
      </p:sp>
      <p:sp>
        <p:nvSpPr>
          <p:cNvPr id="903" name="Theme decor 3"/>
          <p:cNvSpPr/>
          <p:nvPr userDrawn="1"/>
        </p:nvSpPr>
        <p:spPr>
          <a:xfrm>
            <a:off x="0" y="6675120"/>
            <a:ext cx="12191695" cy="0"/>
          </a:xfrm>
          <a:prstGeom prst="line">
            <a:avLst/>
          </a:prstGeom>
          <a:noFill/>
          <a:ln w="12700">
            <a:solidFill>
              <a:srgbClr val="1E2A44"/>
            </a:solidFill>
          </a:ln>
        </p:spPr>
      </p:sp>
      <p:sp>
        <p:nvSpPr>
          <p:cNvPr id="904" name="Theme decor 4"/>
          <p:cNvSpPr/>
          <p:nvPr userDrawn="1"/>
        </p:nvSpPr>
        <p:spPr>
          <a:xfrm>
            <a:off x="731520" y="1920240"/>
            <a:ext cx="914400" cy="64008"/>
          </a:xfrm>
          <a:prstGeom prst="rect">
            <a:avLst/>
          </a:prstGeom>
          <a:solidFill>
            <a:srgbClr val="F472B6"/>
          </a:solidFill>
          <a:ln w="12700">
            <a:noFill/>
          </a:ln>
        </p:spPr>
      </p:sp>
      <p:sp>
        <p:nvSpPr>
          <p:cNvPr id="905" name="Theme decor 5"/>
          <p:cNvSpPr/>
          <p:nvPr userDrawn="1"/>
        </p:nvSpPr>
        <p:spPr>
          <a:xfrm>
            <a:off x="1691640" y="1920240"/>
            <a:ext cx="320040" cy="64008"/>
          </a:xfrm>
          <a:prstGeom prst="rect">
            <a:avLst/>
          </a:prstGeom>
          <a:solidFill>
            <a:srgbClr val="22D3EE"/>
          </a:solidFill>
          <a:ln w="12700">
            <a:noFill/>
          </a:ln>
        </p:spPr>
      </p:sp>
      <p:sp>
        <p:nvSpPr>
          <p:cNvPr id="906" name="Theme decor 6"/>
          <p:cNvSpPr/>
          <p:nvPr userDrawn="1"/>
        </p:nvSpPr>
        <p:spPr>
          <a:xfrm>
            <a:off x="11155680" y="548640"/>
            <a:ext cx="0" cy="4937760"/>
          </a:xfrm>
          <a:prstGeom prst="line">
            <a:avLst/>
          </a:prstGeom>
          <a:noFill/>
          <a:ln w="19050">
            <a:solidFill>
              <a:srgbClr val="22D3EE"/>
            </a:solidFill>
          </a:ln>
        </p:spPr>
      </p:sp>
      <p:sp>
        <p:nvSpPr>
          <p:cNvPr id="907" name="Theme decor 7"/>
          <p:cNvSpPr/>
          <p:nvPr userDrawn="1"/>
        </p:nvSpPr>
        <p:spPr>
          <a:xfrm>
            <a:off x="11292840" y="1097280"/>
            <a:ext cx="0" cy="3840480"/>
          </a:xfrm>
          <a:prstGeom prst="line">
            <a:avLst/>
          </a:prstGeom>
          <a:noFill/>
          <a:ln w="9525">
            <a:solidFill>
              <a:srgbClr val="F472B6"/>
            </a:solidFill>
          </a:ln>
        </p:spPr>
      </p:sp>
      <p:sp>
        <p:nvSpPr>
          <p:cNvPr id="18" name="Google Shape;18;p7"/>
          <p:cNvSpPr txBox="1"/>
          <p:nvPr>
            <p:ph type="ctrTitle"/>
          </p:nvPr>
        </p:nvSpPr>
        <p:spPr>
          <a:xfrm>
            <a:off x="731520" y="2148840"/>
            <a:ext cx="10725912" cy="1051560"/>
          </a:xfrm>
          <a:prstGeom prst="rect">
            <a:avLst/>
          </a:prstGeom>
          <a:noFill/>
        </p:spPr>
        <p:txBody>
          <a:bodyPr anchorCtr="0" anchor="b" bIns="0" lIns="0" spcFirstLastPara="1" rIns="0" wrap="square" tIns="0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buNone/>
              <a:defRPr sz="4200" b="0">
                <a:solidFill>
                  <a:srgbClr val="E5E7EB"/>
                </a:solidFill>
                <a:latin typeface="Liberation Sans Narrow"/>
                <a:ea typeface="Noto Sans CJK KR Black"/>
              </a:defRPr>
            </a:lvl1pPr>
            <a:lvl2pPr algn="l">
              <a:lnSpc>
                <a:spcPct val="100000"/>
              </a:lnSpc>
              <a:spcAft>
                <a:spcPts val="0"/>
              </a:spcAft>
              <a:buNone/>
              <a:defRPr sz="4200" b="0">
                <a:solidFill>
                  <a:srgbClr val="E5E7EB"/>
                </a:solidFill>
                <a:latin typeface="Liberation Sans Narrow"/>
                <a:ea typeface="Noto Sans CJK KR Black"/>
              </a:defRPr>
            </a:lvl2pPr>
          </a:lstStyle>
          <a:p/>
        </p:txBody>
      </p:sp>
      <p:sp>
        <p:nvSpPr>
          <p:cNvPr id="19" name="Google Shape;19;p7"/>
          <p:cNvSpPr txBox="1"/>
          <p:nvPr>
            <p:ph idx="1" type="subTitle"/>
          </p:nvPr>
        </p:nvSpPr>
        <p:spPr>
          <a:xfrm>
            <a:off x="731520" y="3337560"/>
            <a:ext cx="10725912" cy="54864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buNone/>
              <a:defRPr sz="2200" b="0">
                <a:solidFill>
                  <a:srgbClr val="22D3EE"/>
                </a:solidFill>
                <a:latin typeface="Arial"/>
                <a:ea typeface="Malgun Gothic"/>
              </a:defRPr>
            </a:lvl1pPr>
            <a:lvl2pPr algn="l">
              <a:lnSpc>
                <a:spcPct val="100000"/>
              </a:lnSpc>
              <a:spcAft>
                <a:spcPts val="0"/>
              </a:spcAft>
              <a:buNone/>
              <a:defRPr sz="2200" b="0">
                <a:solidFill>
                  <a:srgbClr val="22D3EE"/>
                </a:solidFill>
                <a:latin typeface="Arial"/>
                <a:ea typeface="Malgun Gothic"/>
              </a:defRPr>
            </a:lvl2pPr>
          </a:lstStyle>
          <a:p/>
        </p:txBody>
      </p:sp>
      <p:sp>
        <p:nvSpPr>
          <p:cNvPr id="23" name="Google Shape;23;p7"/>
          <p:cNvSpPr txBox="1"/>
          <p:nvPr>
            <p:ph idx="2" type="body"/>
          </p:nvPr>
        </p:nvSpPr>
        <p:spPr>
          <a:xfrm>
            <a:off x="731520" y="5074920"/>
            <a:ext cx="7315200" cy="36576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buNone/>
              <a:defRPr sz="1600" b="1">
                <a:solidFill>
                  <a:srgbClr val="E5E7EB"/>
                </a:solidFill>
                <a:latin typeface="Arial"/>
                <a:ea typeface="Malgun Gothic"/>
              </a:defRPr>
            </a:lvl1pPr>
            <a:lvl2pPr algn="l">
              <a:lnSpc>
                <a:spcPct val="100000"/>
              </a:lnSpc>
              <a:spcAft>
                <a:spcPts val="0"/>
              </a:spcAft>
              <a:buNone/>
              <a:defRPr sz="1600" b="1">
                <a:solidFill>
                  <a:srgbClr val="E5E7EB"/>
                </a:solidFill>
                <a:latin typeface="Arial"/>
                <a:ea typeface="Malgun Gothic"/>
              </a:defRPr>
            </a:lvl2pPr>
          </a:lstStyle>
          <a:p/>
        </p:txBody>
      </p:sp>
      <p:sp>
        <p:nvSpPr>
          <p:cNvPr id="24" name="Google Shape;24;p7"/>
          <p:cNvSpPr txBox="1"/>
          <p:nvPr>
            <p:ph idx="3" type="body"/>
          </p:nvPr>
        </p:nvSpPr>
        <p:spPr>
          <a:xfrm>
            <a:off x="731520" y="5440680"/>
            <a:ext cx="9144000" cy="73152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buNone/>
              <a:defRPr sz="1300" b="0">
                <a:solidFill>
                  <a:srgbClr val="A78BFA"/>
                </a:solidFill>
                <a:latin typeface="Arial"/>
                <a:ea typeface="Malgun Gothic"/>
              </a:defRPr>
            </a:lvl1pPr>
            <a:lvl2pPr algn="l">
              <a:lnSpc>
                <a:spcPct val="100000"/>
              </a:lnSpc>
              <a:spcAft>
                <a:spcPts val="0"/>
              </a:spcAft>
              <a:buNone/>
              <a:defRPr sz="1300" b="0">
                <a:solidFill>
                  <a:srgbClr val="A78BFA"/>
                </a:solidFill>
                <a:latin typeface="Arial"/>
                <a:ea typeface="Malgun Gothic"/>
              </a:defRPr>
            </a:lvl2pPr>
          </a:lstStyle>
          <a:p/>
        </p:txBody>
      </p:sp>
      <p:sp>
        <p:nvSpPr>
          <p:cNvPr id="26" name="Google Shape;26;p7"/>
          <p:cNvSpPr txBox="1"/>
          <p:nvPr>
            <p:ph idx="4" type="body"/>
          </p:nvPr>
        </p:nvSpPr>
        <p:spPr>
          <a:xfrm>
            <a:off x="731520" y="640080"/>
            <a:ext cx="7315200" cy="36576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buNone/>
              <a:defRPr sz="1300" b="0" spc="200">
                <a:solidFill>
                  <a:srgbClr val="22D3EE"/>
                </a:solidFill>
                <a:latin typeface="Liberation Sans Narrow"/>
                <a:ea typeface="Noto Sans CJK KR Black"/>
              </a:defRPr>
            </a:lvl1pPr>
            <a:lvl2pPr algn="l">
              <a:lnSpc>
                <a:spcPct val="100000"/>
              </a:lnSpc>
              <a:spcAft>
                <a:spcPts val="0"/>
              </a:spcAft>
              <a:buNone/>
              <a:defRPr sz="1300" b="0" spc="200">
                <a:solidFill>
                  <a:srgbClr val="22D3EE"/>
                </a:solidFill>
                <a:latin typeface="Liberation Sans Narrow"/>
                <a:ea typeface="Noto Sans CJK KR Black"/>
              </a:defRPr>
            </a:lvl2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제목 및 내용">
  <p:cSld name="1_제목 및 내용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Theme decor 1"/>
          <p:cNvSpPr txBox="1"/>
          <p:nvPr userDrawn="1"/>
        </p:nvSpPr>
        <p:spPr>
          <a:xfrm>
            <a:off x="731520" y="1188720"/>
            <a:ext cx="2926080" cy="640080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wrap="square" anchor="t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buNone/>
              <a:defRPr sz="3000" b="0" spc="400">
                <a:solidFill>
                  <a:srgbClr val="22D3EE"/>
                </a:solidFill>
                <a:latin typeface="Liberation Sans Narrow"/>
                <a:ea typeface="Noto Sans CJK KR Black"/>
              </a:defRPr>
            </a:lvl1pPr>
            <a:lvl2pPr algn="l">
              <a:lnSpc>
                <a:spcPct val="100000"/>
              </a:lnSpc>
              <a:spcAft>
                <a:spcPts val="0"/>
              </a:spcAft>
              <a:buNone/>
              <a:defRPr sz="3000" b="0" spc="400">
                <a:solidFill>
                  <a:srgbClr val="22D3EE"/>
                </a:solidFill>
                <a:latin typeface="Liberation Sans Narrow"/>
                <a:ea typeface="Noto Sans CJK KR Black"/>
              </a:defRPr>
            </a:lvl2pPr>
          </a:lstStyle>
          <a:p>
            <a:r>
              <a:rPr sz="3000" b="0" spc="400">
                <a:solidFill>
                  <a:srgbClr val="22D3EE"/>
                </a:solidFill>
                <a:latin typeface="Liberation Sans Narrow"/>
                <a:ea typeface="Noto Sans CJK KR Black"/>
              </a:rPr>
              <a:t>INDEX</a:t>
            </a:r>
          </a:p>
        </p:txBody>
      </p:sp>
      <p:sp>
        <p:nvSpPr>
          <p:cNvPr id="902" name="Theme decor 2"/>
          <p:cNvSpPr/>
          <p:nvPr userDrawn="1"/>
        </p:nvSpPr>
        <p:spPr>
          <a:xfrm>
            <a:off x="731520" y="1005840"/>
            <a:ext cx="548640" cy="54864"/>
          </a:xfrm>
          <a:prstGeom prst="rect">
            <a:avLst/>
          </a:prstGeom>
          <a:solidFill>
            <a:srgbClr val="F472B6"/>
          </a:solidFill>
          <a:ln w="12700">
            <a:noFill/>
          </a:ln>
        </p:spPr>
      </p:sp>
      <p:sp>
        <p:nvSpPr>
          <p:cNvPr id="903" name="Theme decor 3"/>
          <p:cNvSpPr/>
          <p:nvPr userDrawn="1"/>
        </p:nvSpPr>
        <p:spPr>
          <a:xfrm>
            <a:off x="3657600" y="1188720"/>
            <a:ext cx="0" cy="4937760"/>
          </a:xfrm>
          <a:prstGeom prst="line">
            <a:avLst/>
          </a:prstGeom>
          <a:noFill/>
          <a:ln w="12700">
            <a:solidFill>
              <a:srgbClr val="1E2A44"/>
            </a:solidFill>
          </a:ln>
        </p:spPr>
      </p:sp>
      <p:sp>
        <p:nvSpPr>
          <p:cNvPr id="28" name="Google Shape;28;p8"/>
          <p:cNvSpPr txBox="1"/>
          <p:nvPr>
            <p:ph idx="1" type="body"/>
          </p:nvPr>
        </p:nvSpPr>
        <p:spPr>
          <a:xfrm>
            <a:off x="4023360" y="1188720"/>
            <a:ext cx="7406640" cy="512064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algn="l">
              <a:lnSpc>
                <a:spcPct val="100000"/>
              </a:lnSpc>
              <a:spcAft>
                <a:spcPts val="600"/>
              </a:spcAft>
              <a:buNone/>
              <a:defRPr sz="2200" b="1">
                <a:solidFill>
                  <a:srgbClr val="E5E7EB"/>
                </a:solidFill>
                <a:latin typeface="Arial"/>
                <a:ea typeface="Malgun Gothic"/>
              </a:defRPr>
            </a:lvl1pPr>
            <a:lvl2pPr algn="l">
              <a:lnSpc>
                <a:spcPct val="100000"/>
              </a:lnSpc>
              <a:spcAft>
                <a:spcPts val="400"/>
              </a:spcAft>
              <a:buNone/>
              <a:defRPr sz="1700" b="0">
                <a:solidFill>
                  <a:srgbClr val="A78BFA"/>
                </a:solidFill>
                <a:latin typeface="Arial"/>
                <a:ea typeface="Malgun Gothic"/>
              </a:defRPr>
            </a:lvl2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제목 및 내용">
  <p:cSld name="2_제목 및 내용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Theme decor 1"/>
          <p:cNvSpPr/>
          <p:nvPr userDrawn="1"/>
        </p:nvSpPr>
        <p:spPr>
          <a:xfrm>
            <a:off x="731520" y="2468880"/>
            <a:ext cx="914400" cy="64008"/>
          </a:xfrm>
          <a:prstGeom prst="rect">
            <a:avLst/>
          </a:prstGeom>
          <a:solidFill>
            <a:srgbClr val="F472B6"/>
          </a:solidFill>
          <a:ln w="12700">
            <a:noFill/>
          </a:ln>
        </p:spPr>
      </p:sp>
      <p:sp>
        <p:nvSpPr>
          <p:cNvPr id="902" name="Theme decor 2"/>
          <p:cNvSpPr/>
          <p:nvPr userDrawn="1"/>
        </p:nvSpPr>
        <p:spPr>
          <a:xfrm>
            <a:off x="0" y="5120640"/>
            <a:ext cx="12191695" cy="0"/>
          </a:xfrm>
          <a:prstGeom prst="line">
            <a:avLst/>
          </a:prstGeom>
          <a:noFill/>
          <a:ln w="12700">
            <a:solidFill>
              <a:srgbClr val="1E2A44"/>
            </a:solidFill>
          </a:ln>
        </p:spPr>
      </p:sp>
      <p:sp>
        <p:nvSpPr>
          <p:cNvPr id="903" name="Theme decor 3"/>
          <p:cNvSpPr/>
          <p:nvPr userDrawn="1"/>
        </p:nvSpPr>
        <p:spPr>
          <a:xfrm>
            <a:off x="0" y="5577840"/>
            <a:ext cx="12191695" cy="0"/>
          </a:xfrm>
          <a:prstGeom prst="line">
            <a:avLst/>
          </a:prstGeom>
          <a:noFill/>
          <a:ln w="12700">
            <a:solidFill>
              <a:srgbClr val="1E2A44"/>
            </a:solidFill>
          </a:ln>
        </p:spPr>
      </p:sp>
      <p:sp>
        <p:nvSpPr>
          <p:cNvPr id="904" name="Theme decor 4"/>
          <p:cNvSpPr/>
          <p:nvPr userDrawn="1"/>
        </p:nvSpPr>
        <p:spPr>
          <a:xfrm>
            <a:off x="0" y="6126480"/>
            <a:ext cx="12191695" cy="0"/>
          </a:xfrm>
          <a:prstGeom prst="line">
            <a:avLst/>
          </a:prstGeom>
          <a:noFill/>
          <a:ln w="12700">
            <a:solidFill>
              <a:srgbClr val="1E2A44"/>
            </a:solidFill>
          </a:ln>
        </p:spPr>
      </p:sp>
      <p:sp>
        <p:nvSpPr>
          <p:cNvPr id="905" name="Theme decor 5"/>
          <p:cNvSpPr/>
          <p:nvPr userDrawn="1"/>
        </p:nvSpPr>
        <p:spPr>
          <a:xfrm>
            <a:off x="11155680" y="548640"/>
            <a:ext cx="0" cy="4937760"/>
          </a:xfrm>
          <a:prstGeom prst="line">
            <a:avLst/>
          </a:prstGeom>
          <a:noFill/>
          <a:ln w="19050">
            <a:solidFill>
              <a:srgbClr val="22D3EE"/>
            </a:solidFill>
          </a:ln>
        </p:spPr>
      </p:sp>
      <p:sp>
        <p:nvSpPr>
          <p:cNvPr id="36" name="Google Shape;36;p9"/>
          <p:cNvSpPr txBox="1"/>
          <p:nvPr>
            <p:ph idx="1" type="subTitle"/>
          </p:nvPr>
        </p:nvSpPr>
        <p:spPr>
          <a:xfrm>
            <a:off x="731520" y="3794760"/>
            <a:ext cx="10725912" cy="54864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buNone/>
              <a:defRPr sz="2000" b="0" spc="200">
                <a:solidFill>
                  <a:srgbClr val="22D3EE"/>
                </a:solidFill>
                <a:latin typeface="Liberation Sans Narrow"/>
                <a:ea typeface="Noto Sans CJK KR Black"/>
              </a:defRPr>
            </a:lvl1pPr>
            <a:lvl2pPr algn="l">
              <a:lnSpc>
                <a:spcPct val="100000"/>
              </a:lnSpc>
              <a:spcAft>
                <a:spcPts val="0"/>
              </a:spcAft>
              <a:buNone/>
              <a:defRPr sz="2000" b="0" spc="200">
                <a:solidFill>
                  <a:srgbClr val="22D3EE"/>
                </a:solidFill>
                <a:latin typeface="Liberation Sans Narrow"/>
                <a:ea typeface="Noto Sans CJK KR Black"/>
              </a:defRPr>
            </a:lvl2pPr>
          </a:lstStyle>
          <a:p/>
        </p:txBody>
      </p:sp>
      <p:sp>
        <p:nvSpPr>
          <p:cNvPr id="37" name="Google Shape;37;p9"/>
          <p:cNvSpPr txBox="1"/>
          <p:nvPr>
            <p:ph type="ctrTitle"/>
          </p:nvPr>
        </p:nvSpPr>
        <p:spPr>
          <a:xfrm>
            <a:off x="731520" y="2697480"/>
            <a:ext cx="10725912" cy="960120"/>
          </a:xfrm>
          <a:prstGeom prst="rect">
            <a:avLst/>
          </a:prstGeom>
          <a:noFill/>
        </p:spPr>
        <p:txBody>
          <a:bodyPr anchorCtr="0" anchor="b" bIns="0" lIns="0" spcFirstLastPara="1" rIns="0" wrap="square" tIns="0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buNone/>
              <a:defRPr sz="4200" b="0">
                <a:solidFill>
                  <a:srgbClr val="E5E7EB"/>
                </a:solidFill>
                <a:latin typeface="Liberation Sans Narrow"/>
                <a:ea typeface="Noto Sans CJK KR Black"/>
              </a:defRPr>
            </a:lvl1pPr>
            <a:lvl2pPr algn="l">
              <a:lnSpc>
                <a:spcPct val="100000"/>
              </a:lnSpc>
              <a:spcAft>
                <a:spcPts val="0"/>
              </a:spcAft>
              <a:buNone/>
              <a:defRPr sz="4200" b="0">
                <a:solidFill>
                  <a:srgbClr val="E5E7EB"/>
                </a:solidFill>
                <a:latin typeface="Liberation Sans Narrow"/>
                <a:ea typeface="Noto Sans CJK KR Black"/>
              </a:defRPr>
            </a:lvl2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Theme decor 1"/>
          <p:cNvSpPr/>
          <p:nvPr userDrawn="1"/>
        </p:nvSpPr>
        <p:spPr>
          <a:xfrm>
            <a:off x="548640" y="914400"/>
            <a:ext cx="11091672" cy="0"/>
          </a:xfrm>
          <a:prstGeom prst="line">
            <a:avLst/>
          </a:prstGeom>
          <a:noFill/>
          <a:ln w="12700">
            <a:solidFill>
              <a:srgbClr val="1E2A44"/>
            </a:solidFill>
          </a:ln>
        </p:spPr>
      </p:sp>
      <p:sp>
        <p:nvSpPr>
          <p:cNvPr id="902" name="Theme decor 2"/>
          <p:cNvSpPr/>
          <p:nvPr userDrawn="1"/>
        </p:nvSpPr>
        <p:spPr>
          <a:xfrm>
            <a:off x="411480" y="365760"/>
            <a:ext cx="274320" cy="0"/>
          </a:xfrm>
          <a:prstGeom prst="line">
            <a:avLst/>
          </a:prstGeom>
          <a:noFill/>
          <a:ln w="25400">
            <a:solidFill>
              <a:srgbClr val="22D3EE"/>
            </a:solidFill>
          </a:ln>
        </p:spPr>
      </p:sp>
      <p:sp>
        <p:nvSpPr>
          <p:cNvPr id="903" name="Theme decor 3"/>
          <p:cNvSpPr/>
          <p:nvPr userDrawn="1"/>
        </p:nvSpPr>
        <p:spPr>
          <a:xfrm>
            <a:off x="411480" y="365760"/>
            <a:ext cx="0" cy="274320"/>
          </a:xfrm>
          <a:prstGeom prst="line">
            <a:avLst/>
          </a:prstGeom>
          <a:noFill/>
          <a:ln w="25400">
            <a:solidFill>
              <a:srgbClr val="22D3EE"/>
            </a:solidFill>
          </a:ln>
        </p:spPr>
      </p:sp>
      <p:sp>
        <p:nvSpPr>
          <p:cNvPr id="904" name="Theme decor 4"/>
          <p:cNvSpPr/>
          <p:nvPr userDrawn="1"/>
        </p:nvSpPr>
        <p:spPr>
          <a:xfrm>
            <a:off x="11503152" y="6492240"/>
            <a:ext cx="274320" cy="0"/>
          </a:xfrm>
          <a:prstGeom prst="line">
            <a:avLst/>
          </a:prstGeom>
          <a:noFill/>
          <a:ln w="25400">
            <a:solidFill>
              <a:srgbClr val="F472B6"/>
            </a:solidFill>
          </a:ln>
        </p:spPr>
      </p:sp>
      <p:sp>
        <p:nvSpPr>
          <p:cNvPr id="905" name="Theme decor 5"/>
          <p:cNvSpPr/>
          <p:nvPr userDrawn="1"/>
        </p:nvSpPr>
        <p:spPr>
          <a:xfrm>
            <a:off x="11777472" y="6217920"/>
            <a:ext cx="0" cy="274320"/>
          </a:xfrm>
          <a:prstGeom prst="line">
            <a:avLst/>
          </a:prstGeom>
          <a:noFill/>
          <a:ln w="25400">
            <a:solidFill>
              <a:srgbClr val="F472B6"/>
            </a:solidFill>
          </a:ln>
        </p:spPr>
      </p:sp>
      <p:sp>
        <p:nvSpPr>
          <p:cNvPr id="906" name="Theme decor 6"/>
          <p:cNvSpPr/>
          <p:nvPr userDrawn="1"/>
        </p:nvSpPr>
        <p:spPr>
          <a:xfrm>
            <a:off x="11475720" y="530352"/>
            <a:ext cx="91440" cy="91440"/>
          </a:xfrm>
          <a:prstGeom prst="rect">
            <a:avLst/>
          </a:prstGeom>
          <a:solidFill>
            <a:srgbClr val="F472B6"/>
          </a:solidFill>
          <a:ln w="12700">
            <a:noFill/>
          </a:ln>
        </p:spPr>
      </p:sp>
      <p:sp>
        <p:nvSpPr>
          <p:cNvPr id="40" name="Google Shape;40;p10"/>
          <p:cNvSpPr txBox="1"/>
          <p:nvPr>
            <p:ph idx="1" type="body"/>
          </p:nvPr>
        </p:nvSpPr>
        <p:spPr>
          <a:xfrm>
            <a:off x="401042" y="903151"/>
            <a:ext cx="10515337" cy="2525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sz="2400"/>
            </a:lvl1pPr>
            <a:lvl2pPr indent="-355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type="title"/>
          </p:nvPr>
        </p:nvSpPr>
        <p:spPr>
          <a:xfrm>
            <a:off x="838179" y="95107"/>
            <a:ext cx="2263010" cy="511062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buNone/>
              <a:defRPr sz="1500" b="1" spc="250">
                <a:solidFill>
                  <a:srgbClr val="22D3EE"/>
                </a:solidFill>
                <a:latin typeface="Liberation Sans Narrow"/>
                <a:ea typeface="Noto Sans CJK KR Black"/>
              </a:defRPr>
            </a:lvl1pPr>
            <a:lvl2pPr algn="l">
              <a:lnSpc>
                <a:spcPct val="100000"/>
              </a:lnSpc>
              <a:spcAft>
                <a:spcPts val="0"/>
              </a:spcAft>
              <a:buNone/>
              <a:defRPr sz="1500" b="1" spc="250">
                <a:solidFill>
                  <a:srgbClr val="22D3EE"/>
                </a:solidFill>
                <a:latin typeface="Liberation Sans Narrow"/>
                <a:ea typeface="Noto Sans CJK KR Black"/>
              </a:defRPr>
            </a:lvl2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10972800" y="6355080"/>
            <a:ext cx="548640" cy="27432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algn="r">
              <a:lnSpc>
                <a:spcPct val="100000"/>
              </a:lnSpc>
              <a:spcAft>
                <a:spcPts val="0"/>
              </a:spcAft>
              <a:buNone/>
              <a:defRPr sz="1100" b="0">
                <a:solidFill>
                  <a:srgbClr val="A78BFA"/>
                </a:solidFill>
                <a:latin typeface="Liberation Sans Narrow"/>
                <a:ea typeface="Noto Sans CJK KR Black"/>
              </a:defRPr>
            </a:lvl1pPr>
            <a:lvl2pPr algn="r">
              <a:lnSpc>
                <a:spcPct val="100000"/>
              </a:lnSpc>
              <a:spcAft>
                <a:spcPts val="0"/>
              </a:spcAft>
              <a:buNone/>
              <a:defRPr sz="1100" b="0">
                <a:solidFill>
                  <a:srgbClr val="A78BFA"/>
                </a:solidFill>
                <a:latin typeface="Liberation Sans Narrow"/>
                <a:ea typeface="Noto Sans CJK KR Black"/>
              </a:defRPr>
            </a:lvl2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10"/>
          <p:cNvSpPr txBox="1"/>
          <p:nvPr>
            <p:ph idx="11" type="ftr"/>
          </p:nvPr>
        </p:nvSpPr>
        <p:spPr>
          <a:xfrm>
            <a:off x="8008940" y="6626022"/>
            <a:ext cx="4114697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 preserve="1">
  <p:cSld name="Title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Theme decor 1"/>
          <p:cNvSpPr/>
          <p:nvPr userDrawn="1"/>
        </p:nvSpPr>
        <p:spPr>
          <a:xfrm>
            <a:off x="0" y="6263640"/>
            <a:ext cx="12191695" cy="0"/>
          </a:xfrm>
          <a:prstGeom prst="line">
            <a:avLst/>
          </a:prstGeom>
          <a:noFill/>
          <a:ln w="12700">
            <a:solidFill>
              <a:srgbClr val="1E2A44"/>
            </a:solidFill>
          </a:ln>
        </p:spPr>
      </p:sp>
      <p:sp>
        <p:nvSpPr>
          <p:cNvPr id="902" name="Theme decor 2"/>
          <p:cNvSpPr/>
          <p:nvPr userDrawn="1"/>
        </p:nvSpPr>
        <p:spPr>
          <a:xfrm>
            <a:off x="0" y="6446520"/>
            <a:ext cx="12191695" cy="0"/>
          </a:xfrm>
          <a:prstGeom prst="line">
            <a:avLst/>
          </a:prstGeom>
          <a:noFill/>
          <a:ln w="12700">
            <a:solidFill>
              <a:srgbClr val="1E2A44"/>
            </a:solidFill>
          </a:ln>
        </p:spPr>
      </p:sp>
      <p:sp>
        <p:nvSpPr>
          <p:cNvPr id="903" name="Theme decor 3"/>
          <p:cNvSpPr/>
          <p:nvPr userDrawn="1"/>
        </p:nvSpPr>
        <p:spPr>
          <a:xfrm>
            <a:off x="0" y="6675120"/>
            <a:ext cx="12191695" cy="0"/>
          </a:xfrm>
          <a:prstGeom prst="line">
            <a:avLst/>
          </a:prstGeom>
          <a:noFill/>
          <a:ln w="12700">
            <a:solidFill>
              <a:srgbClr val="1E2A44"/>
            </a:solidFill>
          </a:ln>
        </p:spPr>
      </p:sp>
      <p:sp>
        <p:nvSpPr>
          <p:cNvPr id="904" name="Theme decor 4"/>
          <p:cNvSpPr/>
          <p:nvPr userDrawn="1"/>
        </p:nvSpPr>
        <p:spPr>
          <a:xfrm>
            <a:off x="731520" y="1920240"/>
            <a:ext cx="914400" cy="64008"/>
          </a:xfrm>
          <a:prstGeom prst="rect">
            <a:avLst/>
          </a:prstGeom>
          <a:solidFill>
            <a:srgbClr val="F472B6"/>
          </a:solidFill>
          <a:ln w="12700">
            <a:noFill/>
          </a:ln>
        </p:spPr>
      </p:sp>
      <p:sp>
        <p:nvSpPr>
          <p:cNvPr id="905" name="Theme decor 5"/>
          <p:cNvSpPr/>
          <p:nvPr userDrawn="1"/>
        </p:nvSpPr>
        <p:spPr>
          <a:xfrm>
            <a:off x="1691640" y="1920240"/>
            <a:ext cx="320040" cy="64008"/>
          </a:xfrm>
          <a:prstGeom prst="rect">
            <a:avLst/>
          </a:prstGeom>
          <a:solidFill>
            <a:srgbClr val="22D3EE"/>
          </a:solidFill>
          <a:ln w="12700">
            <a:noFill/>
          </a:ln>
        </p:spPr>
      </p:sp>
      <p:sp>
        <p:nvSpPr>
          <p:cNvPr id="906" name="Theme decor 6"/>
          <p:cNvSpPr/>
          <p:nvPr userDrawn="1"/>
        </p:nvSpPr>
        <p:spPr>
          <a:xfrm>
            <a:off x="11155680" y="548640"/>
            <a:ext cx="0" cy="4937760"/>
          </a:xfrm>
          <a:prstGeom prst="line">
            <a:avLst/>
          </a:prstGeom>
          <a:noFill/>
          <a:ln w="19050">
            <a:solidFill>
              <a:srgbClr val="22D3EE"/>
            </a:solidFill>
          </a:ln>
        </p:spPr>
      </p:sp>
      <p:sp>
        <p:nvSpPr>
          <p:cNvPr id="907" name="Theme decor 7"/>
          <p:cNvSpPr/>
          <p:nvPr userDrawn="1"/>
        </p:nvSpPr>
        <p:spPr>
          <a:xfrm>
            <a:off x="11292840" y="1097280"/>
            <a:ext cx="0" cy="3840480"/>
          </a:xfrm>
          <a:prstGeom prst="line">
            <a:avLst/>
          </a:prstGeom>
          <a:noFill/>
          <a:ln w="9525">
            <a:solidFill>
              <a:srgbClr val="F472B6"/>
            </a:solidFill>
          </a:ln>
        </p:spPr>
      </p:sp>
      <p:sp>
        <p:nvSpPr>
          <p:cNvPr id="18" name="Google Shape;18;p7"/>
          <p:cNvSpPr txBox="1"/>
          <p:nvPr>
            <p:ph type="ctrTitle"/>
          </p:nvPr>
        </p:nvSpPr>
        <p:spPr>
          <a:xfrm>
            <a:off x="731520" y="2148840"/>
            <a:ext cx="10725912" cy="1051560"/>
          </a:xfrm>
          <a:prstGeom prst="rect">
            <a:avLst/>
          </a:prstGeom>
          <a:noFill/>
        </p:spPr>
        <p:txBody>
          <a:bodyPr anchorCtr="0" anchor="b" bIns="0" lIns="0" spcFirstLastPara="1" rIns="0" wrap="square" tIns="0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buNone/>
              <a:defRPr sz="4200" b="0">
                <a:solidFill>
                  <a:srgbClr val="E5E7EB"/>
                </a:solidFill>
                <a:latin typeface="Liberation Sans Narrow"/>
                <a:ea typeface="Noto Sans CJK KR Black"/>
              </a:defRPr>
            </a:lvl1pPr>
            <a:lvl2pPr algn="l">
              <a:lnSpc>
                <a:spcPct val="100000"/>
              </a:lnSpc>
              <a:spcAft>
                <a:spcPts val="0"/>
              </a:spcAft>
              <a:buNone/>
              <a:defRPr sz="4200" b="0">
                <a:solidFill>
                  <a:srgbClr val="E5E7EB"/>
                </a:solidFill>
                <a:latin typeface="Liberation Sans Narrow"/>
                <a:ea typeface="Noto Sans CJK KR Black"/>
              </a:defRPr>
            </a:lvl2pPr>
          </a:lstStyle>
          <a:p/>
        </p:txBody>
      </p:sp>
      <p:sp>
        <p:nvSpPr>
          <p:cNvPr id="19" name="Google Shape;19;p7"/>
          <p:cNvSpPr txBox="1"/>
          <p:nvPr>
            <p:ph idx="1" type="subTitle"/>
          </p:nvPr>
        </p:nvSpPr>
        <p:spPr>
          <a:xfrm>
            <a:off x="731520" y="3337560"/>
            <a:ext cx="10725912" cy="54864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buNone/>
              <a:defRPr sz="2200" b="0">
                <a:solidFill>
                  <a:srgbClr val="22D3EE"/>
                </a:solidFill>
                <a:latin typeface="Arial"/>
                <a:ea typeface="Malgun Gothic"/>
              </a:defRPr>
            </a:lvl1pPr>
            <a:lvl2pPr algn="l">
              <a:lnSpc>
                <a:spcPct val="100000"/>
              </a:lnSpc>
              <a:spcAft>
                <a:spcPts val="0"/>
              </a:spcAft>
              <a:buNone/>
              <a:defRPr sz="2200" b="0">
                <a:solidFill>
                  <a:srgbClr val="22D3EE"/>
                </a:solidFill>
                <a:latin typeface="Arial"/>
                <a:ea typeface="Malgun Gothic"/>
              </a:defRPr>
            </a:lvl2pPr>
          </a:lstStyle>
          <a:p/>
        </p:txBody>
      </p:sp>
      <p:sp>
        <p:nvSpPr>
          <p:cNvPr id="23" name="Google Shape;23;p7"/>
          <p:cNvSpPr txBox="1"/>
          <p:nvPr>
            <p:ph idx="2" type="body"/>
          </p:nvPr>
        </p:nvSpPr>
        <p:spPr>
          <a:xfrm>
            <a:off x="731520" y="5074920"/>
            <a:ext cx="7315200" cy="36576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buNone/>
              <a:defRPr sz="1600" b="1">
                <a:solidFill>
                  <a:srgbClr val="E5E7EB"/>
                </a:solidFill>
                <a:latin typeface="Arial"/>
                <a:ea typeface="Malgun Gothic"/>
              </a:defRPr>
            </a:lvl1pPr>
            <a:lvl2pPr algn="l">
              <a:lnSpc>
                <a:spcPct val="100000"/>
              </a:lnSpc>
              <a:spcAft>
                <a:spcPts val="0"/>
              </a:spcAft>
              <a:buNone/>
              <a:defRPr sz="1600" b="1">
                <a:solidFill>
                  <a:srgbClr val="E5E7EB"/>
                </a:solidFill>
                <a:latin typeface="Arial"/>
                <a:ea typeface="Malgun Gothic"/>
              </a:defRPr>
            </a:lvl2pPr>
          </a:lstStyle>
          <a:p/>
        </p:txBody>
      </p:sp>
      <p:sp>
        <p:nvSpPr>
          <p:cNvPr id="24" name="Google Shape;24;p7"/>
          <p:cNvSpPr txBox="1"/>
          <p:nvPr>
            <p:ph idx="3" type="body"/>
          </p:nvPr>
        </p:nvSpPr>
        <p:spPr>
          <a:xfrm>
            <a:off x="731520" y="5440680"/>
            <a:ext cx="9144000" cy="73152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buNone/>
              <a:defRPr sz="1300" b="0">
                <a:solidFill>
                  <a:srgbClr val="A78BFA"/>
                </a:solidFill>
                <a:latin typeface="Arial"/>
                <a:ea typeface="Malgun Gothic"/>
              </a:defRPr>
            </a:lvl1pPr>
            <a:lvl2pPr algn="l">
              <a:lnSpc>
                <a:spcPct val="100000"/>
              </a:lnSpc>
              <a:spcAft>
                <a:spcPts val="0"/>
              </a:spcAft>
              <a:buNone/>
              <a:defRPr sz="1300" b="0">
                <a:solidFill>
                  <a:srgbClr val="A78BFA"/>
                </a:solidFill>
                <a:latin typeface="Arial"/>
                <a:ea typeface="Malgun Gothic"/>
              </a:defRPr>
            </a:lvl2pPr>
          </a:lstStyle>
          <a:p/>
        </p:txBody>
      </p:sp>
      <p:sp>
        <p:nvSpPr>
          <p:cNvPr id="26" name="Google Shape;26;p7"/>
          <p:cNvSpPr txBox="1"/>
          <p:nvPr>
            <p:ph idx="4" type="body"/>
          </p:nvPr>
        </p:nvSpPr>
        <p:spPr>
          <a:xfrm>
            <a:off x="731520" y="640080"/>
            <a:ext cx="7315200" cy="36576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buNone/>
              <a:defRPr sz="1300" b="0" spc="200">
                <a:solidFill>
                  <a:srgbClr val="22D3EE"/>
                </a:solidFill>
                <a:latin typeface="Liberation Sans Narrow"/>
                <a:ea typeface="Noto Sans CJK KR Black"/>
              </a:defRPr>
            </a:lvl1pPr>
            <a:lvl2pPr algn="l">
              <a:lnSpc>
                <a:spcPct val="100000"/>
              </a:lnSpc>
              <a:spcAft>
                <a:spcPts val="0"/>
              </a:spcAft>
              <a:buNone/>
              <a:defRPr sz="1300" b="0" spc="200">
                <a:solidFill>
                  <a:srgbClr val="22D3EE"/>
                </a:solidFill>
                <a:latin typeface="Liberation Sans Narrow"/>
                <a:ea typeface="Noto Sans CJK KR Black"/>
              </a:defRPr>
            </a:lvl2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제목 및 내용" type="secHead" preserve="1">
  <p:cSld name="Section 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Theme decor 1"/>
          <p:cNvSpPr/>
          <p:nvPr userDrawn="1"/>
        </p:nvSpPr>
        <p:spPr>
          <a:xfrm>
            <a:off x="731520" y="2468880"/>
            <a:ext cx="914400" cy="64008"/>
          </a:xfrm>
          <a:prstGeom prst="rect">
            <a:avLst/>
          </a:prstGeom>
          <a:solidFill>
            <a:srgbClr val="F472B6"/>
          </a:solidFill>
          <a:ln w="12700">
            <a:noFill/>
          </a:ln>
        </p:spPr>
      </p:sp>
      <p:sp>
        <p:nvSpPr>
          <p:cNvPr id="902" name="Theme decor 2"/>
          <p:cNvSpPr/>
          <p:nvPr userDrawn="1"/>
        </p:nvSpPr>
        <p:spPr>
          <a:xfrm>
            <a:off x="0" y="5120640"/>
            <a:ext cx="12191695" cy="0"/>
          </a:xfrm>
          <a:prstGeom prst="line">
            <a:avLst/>
          </a:prstGeom>
          <a:noFill/>
          <a:ln w="12700">
            <a:solidFill>
              <a:srgbClr val="1E2A44"/>
            </a:solidFill>
          </a:ln>
        </p:spPr>
      </p:sp>
      <p:sp>
        <p:nvSpPr>
          <p:cNvPr id="903" name="Theme decor 3"/>
          <p:cNvSpPr/>
          <p:nvPr userDrawn="1"/>
        </p:nvSpPr>
        <p:spPr>
          <a:xfrm>
            <a:off x="0" y="5577840"/>
            <a:ext cx="12191695" cy="0"/>
          </a:xfrm>
          <a:prstGeom prst="line">
            <a:avLst/>
          </a:prstGeom>
          <a:noFill/>
          <a:ln w="12700">
            <a:solidFill>
              <a:srgbClr val="1E2A44"/>
            </a:solidFill>
          </a:ln>
        </p:spPr>
      </p:sp>
      <p:sp>
        <p:nvSpPr>
          <p:cNvPr id="904" name="Theme decor 4"/>
          <p:cNvSpPr/>
          <p:nvPr userDrawn="1"/>
        </p:nvSpPr>
        <p:spPr>
          <a:xfrm>
            <a:off x="0" y="6126480"/>
            <a:ext cx="12191695" cy="0"/>
          </a:xfrm>
          <a:prstGeom prst="line">
            <a:avLst/>
          </a:prstGeom>
          <a:noFill/>
          <a:ln w="12700">
            <a:solidFill>
              <a:srgbClr val="1E2A44"/>
            </a:solidFill>
          </a:ln>
        </p:spPr>
      </p:sp>
      <p:sp>
        <p:nvSpPr>
          <p:cNvPr id="905" name="Theme decor 5"/>
          <p:cNvSpPr/>
          <p:nvPr userDrawn="1"/>
        </p:nvSpPr>
        <p:spPr>
          <a:xfrm>
            <a:off x="11155680" y="548640"/>
            <a:ext cx="0" cy="4937760"/>
          </a:xfrm>
          <a:prstGeom prst="line">
            <a:avLst/>
          </a:prstGeom>
          <a:noFill/>
          <a:ln w="19050">
            <a:solidFill>
              <a:srgbClr val="22D3EE"/>
            </a:solidFill>
          </a:ln>
        </p:spPr>
      </p:sp>
      <p:sp>
        <p:nvSpPr>
          <p:cNvPr id="36" name="Google Shape;36;p9"/>
          <p:cNvSpPr txBox="1"/>
          <p:nvPr>
            <p:ph idx="1" type="subTitle"/>
          </p:nvPr>
        </p:nvSpPr>
        <p:spPr>
          <a:xfrm>
            <a:off x="731520" y="3794760"/>
            <a:ext cx="10725912" cy="54864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buNone/>
              <a:defRPr sz="2000" b="0" spc="200">
                <a:solidFill>
                  <a:srgbClr val="22D3EE"/>
                </a:solidFill>
                <a:latin typeface="Liberation Sans Narrow"/>
                <a:ea typeface="Noto Sans CJK KR Black"/>
              </a:defRPr>
            </a:lvl1pPr>
            <a:lvl2pPr algn="l">
              <a:lnSpc>
                <a:spcPct val="100000"/>
              </a:lnSpc>
              <a:spcAft>
                <a:spcPts val="0"/>
              </a:spcAft>
              <a:buNone/>
              <a:defRPr sz="2000" b="0" spc="200">
                <a:solidFill>
                  <a:srgbClr val="22D3EE"/>
                </a:solidFill>
                <a:latin typeface="Liberation Sans Narrow"/>
                <a:ea typeface="Noto Sans CJK KR Black"/>
              </a:defRPr>
            </a:lvl2pPr>
          </a:lstStyle>
          <a:p/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731520" y="2697480"/>
            <a:ext cx="10725912" cy="960120"/>
          </a:xfrm>
          <a:prstGeom prst="rect">
            <a:avLst/>
          </a:prstGeom>
          <a:noFill/>
        </p:spPr>
        <p:txBody>
          <a:bodyPr anchorCtr="0" anchor="b" bIns="0" lIns="0" spcFirstLastPara="1" rIns="0" wrap="square" tIns="0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buNone/>
              <a:defRPr sz="4200" b="0">
                <a:solidFill>
                  <a:srgbClr val="E5E7EB"/>
                </a:solidFill>
                <a:latin typeface="Liberation Sans Narrow"/>
                <a:ea typeface="Noto Sans CJK KR Black"/>
              </a:defRPr>
            </a:lvl1pPr>
            <a:lvl2pPr algn="l">
              <a:lnSpc>
                <a:spcPct val="100000"/>
              </a:lnSpc>
              <a:spcAft>
                <a:spcPts val="0"/>
              </a:spcAft>
              <a:buNone/>
              <a:defRPr sz="4200" b="0">
                <a:solidFill>
                  <a:srgbClr val="E5E7EB"/>
                </a:solidFill>
                <a:latin typeface="Liberation Sans Narrow"/>
                <a:ea typeface="Noto Sans CJK KR Black"/>
              </a:defRPr>
            </a:lvl2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 preserve="1">
  <p:cSld name="Title and Conte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Theme decor 1"/>
          <p:cNvSpPr/>
          <p:nvPr userDrawn="1"/>
        </p:nvSpPr>
        <p:spPr>
          <a:xfrm>
            <a:off x="548640" y="914400"/>
            <a:ext cx="11091672" cy="0"/>
          </a:xfrm>
          <a:prstGeom prst="line">
            <a:avLst/>
          </a:prstGeom>
          <a:noFill/>
          <a:ln w="12700">
            <a:solidFill>
              <a:srgbClr val="1E2A44"/>
            </a:solidFill>
          </a:ln>
        </p:spPr>
      </p:sp>
      <p:sp>
        <p:nvSpPr>
          <p:cNvPr id="902" name="Theme decor 2"/>
          <p:cNvSpPr/>
          <p:nvPr userDrawn="1"/>
        </p:nvSpPr>
        <p:spPr>
          <a:xfrm>
            <a:off x="411480" y="365760"/>
            <a:ext cx="274320" cy="0"/>
          </a:xfrm>
          <a:prstGeom prst="line">
            <a:avLst/>
          </a:prstGeom>
          <a:noFill/>
          <a:ln w="25400">
            <a:solidFill>
              <a:srgbClr val="22D3EE"/>
            </a:solidFill>
          </a:ln>
        </p:spPr>
      </p:sp>
      <p:sp>
        <p:nvSpPr>
          <p:cNvPr id="903" name="Theme decor 3"/>
          <p:cNvSpPr/>
          <p:nvPr userDrawn="1"/>
        </p:nvSpPr>
        <p:spPr>
          <a:xfrm>
            <a:off x="411480" y="365760"/>
            <a:ext cx="0" cy="274320"/>
          </a:xfrm>
          <a:prstGeom prst="line">
            <a:avLst/>
          </a:prstGeom>
          <a:noFill/>
          <a:ln w="25400">
            <a:solidFill>
              <a:srgbClr val="22D3EE"/>
            </a:solidFill>
          </a:ln>
        </p:spPr>
      </p:sp>
      <p:sp>
        <p:nvSpPr>
          <p:cNvPr id="904" name="Theme decor 4"/>
          <p:cNvSpPr/>
          <p:nvPr userDrawn="1"/>
        </p:nvSpPr>
        <p:spPr>
          <a:xfrm>
            <a:off x="11503152" y="6492240"/>
            <a:ext cx="274320" cy="0"/>
          </a:xfrm>
          <a:prstGeom prst="line">
            <a:avLst/>
          </a:prstGeom>
          <a:noFill/>
          <a:ln w="25400">
            <a:solidFill>
              <a:srgbClr val="F472B6"/>
            </a:solidFill>
          </a:ln>
        </p:spPr>
      </p:sp>
      <p:sp>
        <p:nvSpPr>
          <p:cNvPr id="905" name="Theme decor 5"/>
          <p:cNvSpPr/>
          <p:nvPr userDrawn="1"/>
        </p:nvSpPr>
        <p:spPr>
          <a:xfrm>
            <a:off x="11777472" y="6217920"/>
            <a:ext cx="0" cy="274320"/>
          </a:xfrm>
          <a:prstGeom prst="line">
            <a:avLst/>
          </a:prstGeom>
          <a:noFill/>
          <a:ln w="25400">
            <a:solidFill>
              <a:srgbClr val="F472B6"/>
            </a:solidFill>
          </a:ln>
        </p:spPr>
      </p:sp>
      <p:sp>
        <p:nvSpPr>
          <p:cNvPr id="906" name="Theme decor 6"/>
          <p:cNvSpPr/>
          <p:nvPr userDrawn="1"/>
        </p:nvSpPr>
        <p:spPr>
          <a:xfrm>
            <a:off x="11475720" y="530352"/>
            <a:ext cx="91440" cy="91440"/>
          </a:xfrm>
          <a:prstGeom prst="rect">
            <a:avLst/>
          </a:prstGeom>
          <a:solidFill>
            <a:srgbClr val="F472B6"/>
          </a:solidFill>
          <a:ln w="12700">
            <a:noFill/>
          </a:ln>
        </p:spPr>
      </p:sp>
      <p:sp>
        <p:nvSpPr>
          <p:cNvPr id="43" name="Google Shape;43;p10"/>
          <p:cNvSpPr txBox="1"/>
          <p:nvPr>
            <p:ph type="title"/>
          </p:nvPr>
        </p:nvSpPr>
        <p:spPr>
          <a:xfrm>
            <a:off x="868680" y="411480"/>
            <a:ext cx="8229600" cy="36576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buNone/>
              <a:defRPr sz="1500" b="1" spc="250">
                <a:solidFill>
                  <a:srgbClr val="22D3EE"/>
                </a:solidFill>
                <a:latin typeface="Liberation Sans Narrow"/>
                <a:ea typeface="Noto Sans CJK KR Black"/>
              </a:defRPr>
            </a:lvl1pPr>
            <a:lvl2pPr algn="l">
              <a:lnSpc>
                <a:spcPct val="100000"/>
              </a:lnSpc>
              <a:spcAft>
                <a:spcPts val="0"/>
              </a:spcAft>
              <a:buNone/>
              <a:defRPr sz="1500" b="1" spc="250">
                <a:solidFill>
                  <a:srgbClr val="22D3EE"/>
                </a:solidFill>
                <a:latin typeface="Liberation Sans Narrow"/>
                <a:ea typeface="Noto Sans CJK KR Black"/>
              </a:defRPr>
            </a:lvl2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10972800" y="6355080"/>
            <a:ext cx="548640" cy="27432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algn="r">
              <a:lnSpc>
                <a:spcPct val="100000"/>
              </a:lnSpc>
              <a:spcAft>
                <a:spcPts val="0"/>
              </a:spcAft>
              <a:buNone/>
              <a:defRPr sz="1100" b="0">
                <a:solidFill>
                  <a:srgbClr val="A78BFA"/>
                </a:solidFill>
                <a:latin typeface="Liberation Sans Narrow"/>
                <a:ea typeface="Noto Sans CJK KR Black"/>
              </a:defRPr>
            </a:lvl1pPr>
            <a:lvl2pPr algn="r">
              <a:lnSpc>
                <a:spcPct val="100000"/>
              </a:lnSpc>
              <a:spcAft>
                <a:spcPts val="0"/>
              </a:spcAft>
              <a:buNone/>
              <a:defRPr sz="1100" b="0">
                <a:solidFill>
                  <a:srgbClr val="A78BFA"/>
                </a:solidFill>
                <a:latin typeface="Liberation Sans Narrow"/>
                <a:ea typeface="Noto Sans CJK KR Black"/>
              </a:defRPr>
            </a:lvl2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10"/>
          <p:cNvSpPr txBox="1"/>
          <p:nvPr>
            <p:ph idx="11" type="ftr"/>
          </p:nvPr>
        </p:nvSpPr>
        <p:spPr>
          <a:xfrm>
            <a:off x="8008940" y="6626022"/>
            <a:ext cx="4114697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RVLAB Content 1"/>
          <p:cNvSpPr/>
          <p:nvPr>
            <p:ph idx="1"/>
          </p:nvPr>
        </p:nvSpPr>
        <p:spPr>
          <a:xfrm>
            <a:off x="731520" y="1143000"/>
            <a:ext cx="10725912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400">
                <a:solidFill>
                  <a:srgbClr val="E5E7EB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 preserve="1">
  <p:cSld name="Two Conte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Theme decor 1"/>
          <p:cNvSpPr/>
          <p:nvPr userDrawn="1"/>
        </p:nvSpPr>
        <p:spPr>
          <a:xfrm>
            <a:off x="548640" y="914400"/>
            <a:ext cx="11091672" cy="0"/>
          </a:xfrm>
          <a:prstGeom prst="line">
            <a:avLst/>
          </a:prstGeom>
          <a:noFill/>
          <a:ln w="12700">
            <a:solidFill>
              <a:srgbClr val="1E2A44"/>
            </a:solidFill>
          </a:ln>
        </p:spPr>
      </p:sp>
      <p:sp>
        <p:nvSpPr>
          <p:cNvPr id="902" name="Theme decor 2"/>
          <p:cNvSpPr/>
          <p:nvPr userDrawn="1"/>
        </p:nvSpPr>
        <p:spPr>
          <a:xfrm>
            <a:off x="411480" y="365760"/>
            <a:ext cx="274320" cy="0"/>
          </a:xfrm>
          <a:prstGeom prst="line">
            <a:avLst/>
          </a:prstGeom>
          <a:noFill/>
          <a:ln w="25400">
            <a:solidFill>
              <a:srgbClr val="22D3EE"/>
            </a:solidFill>
          </a:ln>
        </p:spPr>
      </p:sp>
      <p:sp>
        <p:nvSpPr>
          <p:cNvPr id="903" name="Theme decor 3"/>
          <p:cNvSpPr/>
          <p:nvPr userDrawn="1"/>
        </p:nvSpPr>
        <p:spPr>
          <a:xfrm>
            <a:off x="411480" y="365760"/>
            <a:ext cx="0" cy="274320"/>
          </a:xfrm>
          <a:prstGeom prst="line">
            <a:avLst/>
          </a:prstGeom>
          <a:noFill/>
          <a:ln w="25400">
            <a:solidFill>
              <a:srgbClr val="22D3EE"/>
            </a:solidFill>
          </a:ln>
        </p:spPr>
      </p:sp>
      <p:sp>
        <p:nvSpPr>
          <p:cNvPr id="904" name="Theme decor 4"/>
          <p:cNvSpPr/>
          <p:nvPr userDrawn="1"/>
        </p:nvSpPr>
        <p:spPr>
          <a:xfrm>
            <a:off x="11503152" y="6492240"/>
            <a:ext cx="274320" cy="0"/>
          </a:xfrm>
          <a:prstGeom prst="line">
            <a:avLst/>
          </a:prstGeom>
          <a:noFill/>
          <a:ln w="25400">
            <a:solidFill>
              <a:srgbClr val="F472B6"/>
            </a:solidFill>
          </a:ln>
        </p:spPr>
      </p:sp>
      <p:sp>
        <p:nvSpPr>
          <p:cNvPr id="905" name="Theme decor 5"/>
          <p:cNvSpPr/>
          <p:nvPr userDrawn="1"/>
        </p:nvSpPr>
        <p:spPr>
          <a:xfrm>
            <a:off x="11777472" y="6217920"/>
            <a:ext cx="0" cy="274320"/>
          </a:xfrm>
          <a:prstGeom prst="line">
            <a:avLst/>
          </a:prstGeom>
          <a:noFill/>
          <a:ln w="25400">
            <a:solidFill>
              <a:srgbClr val="F472B6"/>
            </a:solidFill>
          </a:ln>
        </p:spPr>
      </p:sp>
      <p:sp>
        <p:nvSpPr>
          <p:cNvPr id="906" name="Theme decor 6"/>
          <p:cNvSpPr/>
          <p:nvPr userDrawn="1"/>
        </p:nvSpPr>
        <p:spPr>
          <a:xfrm>
            <a:off x="11475720" y="530352"/>
            <a:ext cx="91440" cy="91440"/>
          </a:xfrm>
          <a:prstGeom prst="rect">
            <a:avLst/>
          </a:prstGeom>
          <a:solidFill>
            <a:srgbClr val="F472B6"/>
          </a:solidFill>
          <a:ln w="12700">
            <a:noFill/>
          </a:ln>
        </p:spPr>
      </p:sp>
      <p:sp>
        <p:nvSpPr>
          <p:cNvPr id="43" name="Google Shape;43;p10"/>
          <p:cNvSpPr txBox="1"/>
          <p:nvPr>
            <p:ph type="title"/>
          </p:nvPr>
        </p:nvSpPr>
        <p:spPr>
          <a:xfrm>
            <a:off x="868680" y="411480"/>
            <a:ext cx="8229600" cy="36576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buNone/>
              <a:defRPr sz="1500" b="1" spc="250">
                <a:solidFill>
                  <a:srgbClr val="22D3EE"/>
                </a:solidFill>
                <a:latin typeface="Liberation Sans Narrow"/>
                <a:ea typeface="Noto Sans CJK KR Black"/>
              </a:defRPr>
            </a:lvl1pPr>
            <a:lvl2pPr algn="l">
              <a:lnSpc>
                <a:spcPct val="100000"/>
              </a:lnSpc>
              <a:spcAft>
                <a:spcPts val="0"/>
              </a:spcAft>
              <a:buNone/>
              <a:defRPr sz="1500" b="1" spc="250">
                <a:solidFill>
                  <a:srgbClr val="22D3EE"/>
                </a:solidFill>
                <a:latin typeface="Liberation Sans Narrow"/>
                <a:ea typeface="Noto Sans CJK KR Black"/>
              </a:defRPr>
            </a:lvl2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10972800" y="6355080"/>
            <a:ext cx="548640" cy="27432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algn="r">
              <a:lnSpc>
                <a:spcPct val="100000"/>
              </a:lnSpc>
              <a:spcAft>
                <a:spcPts val="0"/>
              </a:spcAft>
              <a:buNone/>
              <a:defRPr sz="1100" b="0">
                <a:solidFill>
                  <a:srgbClr val="A78BFA"/>
                </a:solidFill>
                <a:latin typeface="Liberation Sans Narrow"/>
                <a:ea typeface="Noto Sans CJK KR Black"/>
              </a:defRPr>
            </a:lvl1pPr>
            <a:lvl2pPr algn="r">
              <a:lnSpc>
                <a:spcPct val="100000"/>
              </a:lnSpc>
              <a:spcAft>
                <a:spcPts val="0"/>
              </a:spcAft>
              <a:buNone/>
              <a:defRPr sz="1100" b="0">
                <a:solidFill>
                  <a:srgbClr val="A78BFA"/>
                </a:solidFill>
                <a:latin typeface="Liberation Sans Narrow"/>
                <a:ea typeface="Noto Sans CJK KR Black"/>
              </a:defRPr>
            </a:lvl2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10"/>
          <p:cNvSpPr txBox="1"/>
          <p:nvPr>
            <p:ph idx="11" type="ftr"/>
          </p:nvPr>
        </p:nvSpPr>
        <p:spPr>
          <a:xfrm>
            <a:off x="8008940" y="6626022"/>
            <a:ext cx="4114697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RVLAB Content 1"/>
          <p:cNvSpPr/>
          <p:nvPr>
            <p:ph idx="1"/>
          </p:nvPr>
        </p:nvSpPr>
        <p:spPr>
          <a:xfrm>
            <a:off x="731520" y="1143000"/>
            <a:ext cx="5225796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000">
                <a:solidFill>
                  <a:srgbClr val="E5E7EB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9pPr>
          </a:lstStyle>
          <a:p/>
        </p:txBody>
      </p:sp>
      <p:sp>
        <p:nvSpPr>
          <p:cNvPr id="102" name="RVLAB Content 2"/>
          <p:cNvSpPr/>
          <p:nvPr>
            <p:ph idx="2"/>
          </p:nvPr>
        </p:nvSpPr>
        <p:spPr>
          <a:xfrm>
            <a:off x="6231636" y="1143000"/>
            <a:ext cx="5225796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000">
                <a:solidFill>
                  <a:srgbClr val="E5E7EB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 preserve="1">
  <p:cSld name="Comparis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Theme decor 1"/>
          <p:cNvSpPr/>
          <p:nvPr userDrawn="1"/>
        </p:nvSpPr>
        <p:spPr>
          <a:xfrm>
            <a:off x="548640" y="914400"/>
            <a:ext cx="11091672" cy="0"/>
          </a:xfrm>
          <a:prstGeom prst="line">
            <a:avLst/>
          </a:prstGeom>
          <a:noFill/>
          <a:ln w="12700">
            <a:solidFill>
              <a:srgbClr val="1E2A44"/>
            </a:solidFill>
          </a:ln>
        </p:spPr>
      </p:sp>
      <p:sp>
        <p:nvSpPr>
          <p:cNvPr id="902" name="Theme decor 2"/>
          <p:cNvSpPr/>
          <p:nvPr userDrawn="1"/>
        </p:nvSpPr>
        <p:spPr>
          <a:xfrm>
            <a:off x="411480" y="365760"/>
            <a:ext cx="274320" cy="0"/>
          </a:xfrm>
          <a:prstGeom prst="line">
            <a:avLst/>
          </a:prstGeom>
          <a:noFill/>
          <a:ln w="25400">
            <a:solidFill>
              <a:srgbClr val="22D3EE"/>
            </a:solidFill>
          </a:ln>
        </p:spPr>
      </p:sp>
      <p:sp>
        <p:nvSpPr>
          <p:cNvPr id="903" name="Theme decor 3"/>
          <p:cNvSpPr/>
          <p:nvPr userDrawn="1"/>
        </p:nvSpPr>
        <p:spPr>
          <a:xfrm>
            <a:off x="411480" y="365760"/>
            <a:ext cx="0" cy="274320"/>
          </a:xfrm>
          <a:prstGeom prst="line">
            <a:avLst/>
          </a:prstGeom>
          <a:noFill/>
          <a:ln w="25400">
            <a:solidFill>
              <a:srgbClr val="22D3EE"/>
            </a:solidFill>
          </a:ln>
        </p:spPr>
      </p:sp>
      <p:sp>
        <p:nvSpPr>
          <p:cNvPr id="904" name="Theme decor 4"/>
          <p:cNvSpPr/>
          <p:nvPr userDrawn="1"/>
        </p:nvSpPr>
        <p:spPr>
          <a:xfrm>
            <a:off x="11503152" y="6492240"/>
            <a:ext cx="274320" cy="0"/>
          </a:xfrm>
          <a:prstGeom prst="line">
            <a:avLst/>
          </a:prstGeom>
          <a:noFill/>
          <a:ln w="25400">
            <a:solidFill>
              <a:srgbClr val="F472B6"/>
            </a:solidFill>
          </a:ln>
        </p:spPr>
      </p:sp>
      <p:sp>
        <p:nvSpPr>
          <p:cNvPr id="905" name="Theme decor 5"/>
          <p:cNvSpPr/>
          <p:nvPr userDrawn="1"/>
        </p:nvSpPr>
        <p:spPr>
          <a:xfrm>
            <a:off x="11777472" y="6217920"/>
            <a:ext cx="0" cy="274320"/>
          </a:xfrm>
          <a:prstGeom prst="line">
            <a:avLst/>
          </a:prstGeom>
          <a:noFill/>
          <a:ln w="25400">
            <a:solidFill>
              <a:srgbClr val="F472B6"/>
            </a:solidFill>
          </a:ln>
        </p:spPr>
      </p:sp>
      <p:sp>
        <p:nvSpPr>
          <p:cNvPr id="906" name="Theme decor 6"/>
          <p:cNvSpPr/>
          <p:nvPr userDrawn="1"/>
        </p:nvSpPr>
        <p:spPr>
          <a:xfrm>
            <a:off x="11475720" y="530352"/>
            <a:ext cx="91440" cy="91440"/>
          </a:xfrm>
          <a:prstGeom prst="rect">
            <a:avLst/>
          </a:prstGeom>
          <a:solidFill>
            <a:srgbClr val="F472B6"/>
          </a:solidFill>
          <a:ln w="12700">
            <a:noFill/>
          </a:ln>
        </p:spPr>
      </p:sp>
      <p:sp>
        <p:nvSpPr>
          <p:cNvPr id="43" name="Google Shape;43;p10"/>
          <p:cNvSpPr txBox="1"/>
          <p:nvPr>
            <p:ph type="title"/>
          </p:nvPr>
        </p:nvSpPr>
        <p:spPr>
          <a:xfrm>
            <a:off x="868680" y="411480"/>
            <a:ext cx="8229600" cy="36576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buNone/>
              <a:defRPr sz="1500" b="1" spc="250">
                <a:solidFill>
                  <a:srgbClr val="22D3EE"/>
                </a:solidFill>
                <a:latin typeface="Liberation Sans Narrow"/>
                <a:ea typeface="Noto Sans CJK KR Black"/>
              </a:defRPr>
            </a:lvl1pPr>
            <a:lvl2pPr algn="l">
              <a:lnSpc>
                <a:spcPct val="100000"/>
              </a:lnSpc>
              <a:spcAft>
                <a:spcPts val="0"/>
              </a:spcAft>
              <a:buNone/>
              <a:defRPr sz="1500" b="1" spc="250">
                <a:solidFill>
                  <a:srgbClr val="22D3EE"/>
                </a:solidFill>
                <a:latin typeface="Liberation Sans Narrow"/>
                <a:ea typeface="Noto Sans CJK KR Black"/>
              </a:defRPr>
            </a:lvl2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10972800" y="6355080"/>
            <a:ext cx="548640" cy="27432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algn="r">
              <a:lnSpc>
                <a:spcPct val="100000"/>
              </a:lnSpc>
              <a:spcAft>
                <a:spcPts val="0"/>
              </a:spcAft>
              <a:buNone/>
              <a:defRPr sz="1100" b="0">
                <a:solidFill>
                  <a:srgbClr val="A78BFA"/>
                </a:solidFill>
                <a:latin typeface="Liberation Sans Narrow"/>
                <a:ea typeface="Noto Sans CJK KR Black"/>
              </a:defRPr>
            </a:lvl1pPr>
            <a:lvl2pPr algn="r">
              <a:lnSpc>
                <a:spcPct val="100000"/>
              </a:lnSpc>
              <a:spcAft>
                <a:spcPts val="0"/>
              </a:spcAft>
              <a:buNone/>
              <a:defRPr sz="1100" b="0">
                <a:solidFill>
                  <a:srgbClr val="A78BFA"/>
                </a:solidFill>
                <a:latin typeface="Liberation Sans Narrow"/>
                <a:ea typeface="Noto Sans CJK KR Black"/>
              </a:defRPr>
            </a:lvl2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10"/>
          <p:cNvSpPr txBox="1"/>
          <p:nvPr>
            <p:ph idx="11" type="ftr"/>
          </p:nvPr>
        </p:nvSpPr>
        <p:spPr>
          <a:xfrm>
            <a:off x="8008940" y="6626022"/>
            <a:ext cx="4114697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RVLAB Content 1"/>
          <p:cNvSpPr/>
          <p:nvPr>
            <p:ph idx="1"/>
          </p:nvPr>
        </p:nvSpPr>
        <p:spPr>
          <a:xfrm>
            <a:off x="731520" y="1143000"/>
            <a:ext cx="5225796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000">
                <a:solidFill>
                  <a:srgbClr val="E5E7EB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9pPr>
          </a:lstStyle>
          <a:p/>
        </p:txBody>
      </p:sp>
      <p:sp>
        <p:nvSpPr>
          <p:cNvPr id="102" name="RVLAB Content 2"/>
          <p:cNvSpPr/>
          <p:nvPr>
            <p:ph idx="2"/>
          </p:nvPr>
        </p:nvSpPr>
        <p:spPr>
          <a:xfrm>
            <a:off x="6231636" y="1143000"/>
            <a:ext cx="5225796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000">
                <a:solidFill>
                  <a:srgbClr val="E5E7EB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 preserve="1">
  <p:cSld name="Content with Ca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Theme decor 1"/>
          <p:cNvSpPr/>
          <p:nvPr userDrawn="1"/>
        </p:nvSpPr>
        <p:spPr>
          <a:xfrm>
            <a:off x="548640" y="914400"/>
            <a:ext cx="11091672" cy="0"/>
          </a:xfrm>
          <a:prstGeom prst="line">
            <a:avLst/>
          </a:prstGeom>
          <a:noFill/>
          <a:ln w="12700">
            <a:solidFill>
              <a:srgbClr val="1E2A44"/>
            </a:solidFill>
          </a:ln>
        </p:spPr>
      </p:sp>
      <p:sp>
        <p:nvSpPr>
          <p:cNvPr id="902" name="Theme decor 2"/>
          <p:cNvSpPr/>
          <p:nvPr userDrawn="1"/>
        </p:nvSpPr>
        <p:spPr>
          <a:xfrm>
            <a:off x="411480" y="365760"/>
            <a:ext cx="274320" cy="0"/>
          </a:xfrm>
          <a:prstGeom prst="line">
            <a:avLst/>
          </a:prstGeom>
          <a:noFill/>
          <a:ln w="25400">
            <a:solidFill>
              <a:srgbClr val="22D3EE"/>
            </a:solidFill>
          </a:ln>
        </p:spPr>
      </p:sp>
      <p:sp>
        <p:nvSpPr>
          <p:cNvPr id="903" name="Theme decor 3"/>
          <p:cNvSpPr/>
          <p:nvPr userDrawn="1"/>
        </p:nvSpPr>
        <p:spPr>
          <a:xfrm>
            <a:off x="411480" y="365760"/>
            <a:ext cx="0" cy="274320"/>
          </a:xfrm>
          <a:prstGeom prst="line">
            <a:avLst/>
          </a:prstGeom>
          <a:noFill/>
          <a:ln w="25400">
            <a:solidFill>
              <a:srgbClr val="22D3EE"/>
            </a:solidFill>
          </a:ln>
        </p:spPr>
      </p:sp>
      <p:sp>
        <p:nvSpPr>
          <p:cNvPr id="904" name="Theme decor 4"/>
          <p:cNvSpPr/>
          <p:nvPr userDrawn="1"/>
        </p:nvSpPr>
        <p:spPr>
          <a:xfrm>
            <a:off x="11503152" y="6492240"/>
            <a:ext cx="274320" cy="0"/>
          </a:xfrm>
          <a:prstGeom prst="line">
            <a:avLst/>
          </a:prstGeom>
          <a:noFill/>
          <a:ln w="25400">
            <a:solidFill>
              <a:srgbClr val="F472B6"/>
            </a:solidFill>
          </a:ln>
        </p:spPr>
      </p:sp>
      <p:sp>
        <p:nvSpPr>
          <p:cNvPr id="905" name="Theme decor 5"/>
          <p:cNvSpPr/>
          <p:nvPr userDrawn="1"/>
        </p:nvSpPr>
        <p:spPr>
          <a:xfrm>
            <a:off x="11777472" y="6217920"/>
            <a:ext cx="0" cy="274320"/>
          </a:xfrm>
          <a:prstGeom prst="line">
            <a:avLst/>
          </a:prstGeom>
          <a:noFill/>
          <a:ln w="25400">
            <a:solidFill>
              <a:srgbClr val="F472B6"/>
            </a:solidFill>
          </a:ln>
        </p:spPr>
      </p:sp>
      <p:sp>
        <p:nvSpPr>
          <p:cNvPr id="906" name="Theme decor 6"/>
          <p:cNvSpPr/>
          <p:nvPr userDrawn="1"/>
        </p:nvSpPr>
        <p:spPr>
          <a:xfrm>
            <a:off x="11475720" y="530352"/>
            <a:ext cx="91440" cy="91440"/>
          </a:xfrm>
          <a:prstGeom prst="rect">
            <a:avLst/>
          </a:prstGeom>
          <a:solidFill>
            <a:srgbClr val="F472B6"/>
          </a:solidFill>
          <a:ln w="12700">
            <a:noFill/>
          </a:ln>
        </p:spPr>
      </p:sp>
      <p:sp>
        <p:nvSpPr>
          <p:cNvPr id="43" name="Google Shape;43;p10"/>
          <p:cNvSpPr txBox="1"/>
          <p:nvPr>
            <p:ph type="title"/>
          </p:nvPr>
        </p:nvSpPr>
        <p:spPr>
          <a:xfrm>
            <a:off x="868680" y="411480"/>
            <a:ext cx="8229600" cy="36576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buNone/>
              <a:defRPr sz="1500" b="1" spc="250">
                <a:solidFill>
                  <a:srgbClr val="22D3EE"/>
                </a:solidFill>
                <a:latin typeface="Liberation Sans Narrow"/>
                <a:ea typeface="Noto Sans CJK KR Black"/>
              </a:defRPr>
            </a:lvl1pPr>
            <a:lvl2pPr algn="l">
              <a:lnSpc>
                <a:spcPct val="100000"/>
              </a:lnSpc>
              <a:spcAft>
                <a:spcPts val="0"/>
              </a:spcAft>
              <a:buNone/>
              <a:defRPr sz="1500" b="1" spc="250">
                <a:solidFill>
                  <a:srgbClr val="22D3EE"/>
                </a:solidFill>
                <a:latin typeface="Liberation Sans Narrow"/>
                <a:ea typeface="Noto Sans CJK KR Black"/>
              </a:defRPr>
            </a:lvl2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10972800" y="6355080"/>
            <a:ext cx="548640" cy="27432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algn="r">
              <a:lnSpc>
                <a:spcPct val="100000"/>
              </a:lnSpc>
              <a:spcAft>
                <a:spcPts val="0"/>
              </a:spcAft>
              <a:buNone/>
              <a:defRPr sz="1100" b="0">
                <a:solidFill>
                  <a:srgbClr val="A78BFA"/>
                </a:solidFill>
                <a:latin typeface="Liberation Sans Narrow"/>
                <a:ea typeface="Noto Sans CJK KR Black"/>
              </a:defRPr>
            </a:lvl1pPr>
            <a:lvl2pPr algn="r">
              <a:lnSpc>
                <a:spcPct val="100000"/>
              </a:lnSpc>
              <a:spcAft>
                <a:spcPts val="0"/>
              </a:spcAft>
              <a:buNone/>
              <a:defRPr sz="1100" b="0">
                <a:solidFill>
                  <a:srgbClr val="A78BFA"/>
                </a:solidFill>
                <a:latin typeface="Liberation Sans Narrow"/>
                <a:ea typeface="Noto Sans CJK KR Black"/>
              </a:defRPr>
            </a:lvl2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10"/>
          <p:cNvSpPr txBox="1"/>
          <p:nvPr>
            <p:ph idx="11" type="ftr"/>
          </p:nvPr>
        </p:nvSpPr>
        <p:spPr>
          <a:xfrm>
            <a:off x="8008940" y="6626022"/>
            <a:ext cx="4114697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RVLAB Content 1"/>
          <p:cNvSpPr/>
          <p:nvPr>
            <p:ph idx="1"/>
          </p:nvPr>
        </p:nvSpPr>
        <p:spPr>
          <a:xfrm>
            <a:off x="731520" y="1143000"/>
            <a:ext cx="10725912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400">
                <a:solidFill>
                  <a:srgbClr val="E5E7EB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 preserve="1">
  <p:cSld name="Blank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Theme decor 1"/>
          <p:cNvSpPr/>
          <p:nvPr userDrawn="1"/>
        </p:nvSpPr>
        <p:spPr>
          <a:xfrm>
            <a:off x="548640" y="914400"/>
            <a:ext cx="11091672" cy="0"/>
          </a:xfrm>
          <a:prstGeom prst="line">
            <a:avLst/>
          </a:prstGeom>
          <a:noFill/>
          <a:ln w="12700">
            <a:solidFill>
              <a:srgbClr val="1E2A44"/>
            </a:solidFill>
          </a:ln>
        </p:spPr>
      </p:sp>
      <p:sp>
        <p:nvSpPr>
          <p:cNvPr id="902" name="Theme decor 2"/>
          <p:cNvSpPr/>
          <p:nvPr userDrawn="1"/>
        </p:nvSpPr>
        <p:spPr>
          <a:xfrm>
            <a:off x="411480" y="365760"/>
            <a:ext cx="274320" cy="0"/>
          </a:xfrm>
          <a:prstGeom prst="line">
            <a:avLst/>
          </a:prstGeom>
          <a:noFill/>
          <a:ln w="25400">
            <a:solidFill>
              <a:srgbClr val="22D3EE"/>
            </a:solidFill>
          </a:ln>
        </p:spPr>
      </p:sp>
      <p:sp>
        <p:nvSpPr>
          <p:cNvPr id="903" name="Theme decor 3"/>
          <p:cNvSpPr/>
          <p:nvPr userDrawn="1"/>
        </p:nvSpPr>
        <p:spPr>
          <a:xfrm>
            <a:off x="411480" y="365760"/>
            <a:ext cx="0" cy="274320"/>
          </a:xfrm>
          <a:prstGeom prst="line">
            <a:avLst/>
          </a:prstGeom>
          <a:noFill/>
          <a:ln w="25400">
            <a:solidFill>
              <a:srgbClr val="22D3EE"/>
            </a:solidFill>
          </a:ln>
        </p:spPr>
      </p:sp>
      <p:sp>
        <p:nvSpPr>
          <p:cNvPr id="904" name="Theme decor 4"/>
          <p:cNvSpPr/>
          <p:nvPr userDrawn="1"/>
        </p:nvSpPr>
        <p:spPr>
          <a:xfrm>
            <a:off x="11503152" y="6492240"/>
            <a:ext cx="274320" cy="0"/>
          </a:xfrm>
          <a:prstGeom prst="line">
            <a:avLst/>
          </a:prstGeom>
          <a:noFill/>
          <a:ln w="25400">
            <a:solidFill>
              <a:srgbClr val="F472B6"/>
            </a:solidFill>
          </a:ln>
        </p:spPr>
      </p:sp>
      <p:sp>
        <p:nvSpPr>
          <p:cNvPr id="905" name="Theme decor 5"/>
          <p:cNvSpPr/>
          <p:nvPr userDrawn="1"/>
        </p:nvSpPr>
        <p:spPr>
          <a:xfrm>
            <a:off x="11777472" y="6217920"/>
            <a:ext cx="0" cy="274320"/>
          </a:xfrm>
          <a:prstGeom prst="line">
            <a:avLst/>
          </a:prstGeom>
          <a:noFill/>
          <a:ln w="25400">
            <a:solidFill>
              <a:srgbClr val="F472B6"/>
            </a:solidFill>
          </a:ln>
        </p:spPr>
      </p:sp>
      <p:sp>
        <p:nvSpPr>
          <p:cNvPr id="906" name="Theme decor 6"/>
          <p:cNvSpPr/>
          <p:nvPr userDrawn="1"/>
        </p:nvSpPr>
        <p:spPr>
          <a:xfrm>
            <a:off x="11475720" y="530352"/>
            <a:ext cx="91440" cy="91440"/>
          </a:xfrm>
          <a:prstGeom prst="rect">
            <a:avLst/>
          </a:prstGeom>
          <a:solidFill>
            <a:srgbClr val="F472B6"/>
          </a:solidFill>
          <a:ln w="12700">
            <a:noFill/>
          </a:ln>
        </p:spPr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10972800" y="6355080"/>
            <a:ext cx="548640" cy="27432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algn="r">
              <a:lnSpc>
                <a:spcPct val="100000"/>
              </a:lnSpc>
              <a:spcAft>
                <a:spcPts val="0"/>
              </a:spcAft>
              <a:buNone/>
              <a:defRPr sz="1100" b="0">
                <a:solidFill>
                  <a:srgbClr val="A78BFA"/>
                </a:solidFill>
                <a:latin typeface="Liberation Sans Narrow"/>
                <a:ea typeface="Noto Sans CJK KR Black"/>
              </a:defRPr>
            </a:lvl1pPr>
            <a:lvl2pPr algn="r">
              <a:lnSpc>
                <a:spcPct val="100000"/>
              </a:lnSpc>
              <a:spcAft>
                <a:spcPts val="0"/>
              </a:spcAft>
              <a:buNone/>
              <a:defRPr sz="1100" b="0">
                <a:solidFill>
                  <a:srgbClr val="A78BFA"/>
                </a:solidFill>
                <a:latin typeface="Liberation Sans Narrow"/>
                <a:ea typeface="Noto Sans CJK KR Black"/>
              </a:defRPr>
            </a:lvl2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10"/>
          <p:cNvSpPr txBox="1"/>
          <p:nvPr>
            <p:ph idx="11" type="ftr"/>
          </p:nvPr>
        </p:nvSpPr>
        <p:spPr>
          <a:xfrm>
            <a:off x="8008940" y="6626022"/>
            <a:ext cx="4114697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 preserve="1">
  <p:cSld name="RVLAB Figure Grid 3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Theme decor 1"/>
          <p:cNvSpPr/>
          <p:nvPr userDrawn="1"/>
        </p:nvSpPr>
        <p:spPr>
          <a:xfrm>
            <a:off x="548640" y="914400"/>
            <a:ext cx="11091672" cy="0"/>
          </a:xfrm>
          <a:prstGeom prst="line">
            <a:avLst/>
          </a:prstGeom>
          <a:noFill/>
          <a:ln w="12700">
            <a:solidFill>
              <a:srgbClr val="1E2A44"/>
            </a:solidFill>
          </a:ln>
        </p:spPr>
      </p:sp>
      <p:sp>
        <p:nvSpPr>
          <p:cNvPr id="902" name="Theme decor 2"/>
          <p:cNvSpPr/>
          <p:nvPr userDrawn="1"/>
        </p:nvSpPr>
        <p:spPr>
          <a:xfrm>
            <a:off x="411480" y="365760"/>
            <a:ext cx="274320" cy="0"/>
          </a:xfrm>
          <a:prstGeom prst="line">
            <a:avLst/>
          </a:prstGeom>
          <a:noFill/>
          <a:ln w="25400">
            <a:solidFill>
              <a:srgbClr val="22D3EE"/>
            </a:solidFill>
          </a:ln>
        </p:spPr>
      </p:sp>
      <p:sp>
        <p:nvSpPr>
          <p:cNvPr id="903" name="Theme decor 3"/>
          <p:cNvSpPr/>
          <p:nvPr userDrawn="1"/>
        </p:nvSpPr>
        <p:spPr>
          <a:xfrm>
            <a:off x="411480" y="365760"/>
            <a:ext cx="0" cy="274320"/>
          </a:xfrm>
          <a:prstGeom prst="line">
            <a:avLst/>
          </a:prstGeom>
          <a:noFill/>
          <a:ln w="25400">
            <a:solidFill>
              <a:srgbClr val="22D3EE"/>
            </a:solidFill>
          </a:ln>
        </p:spPr>
      </p:sp>
      <p:sp>
        <p:nvSpPr>
          <p:cNvPr id="904" name="Theme decor 4"/>
          <p:cNvSpPr/>
          <p:nvPr userDrawn="1"/>
        </p:nvSpPr>
        <p:spPr>
          <a:xfrm>
            <a:off x="11503152" y="6492240"/>
            <a:ext cx="274320" cy="0"/>
          </a:xfrm>
          <a:prstGeom prst="line">
            <a:avLst/>
          </a:prstGeom>
          <a:noFill/>
          <a:ln w="25400">
            <a:solidFill>
              <a:srgbClr val="F472B6"/>
            </a:solidFill>
          </a:ln>
        </p:spPr>
      </p:sp>
      <p:sp>
        <p:nvSpPr>
          <p:cNvPr id="905" name="Theme decor 5"/>
          <p:cNvSpPr/>
          <p:nvPr userDrawn="1"/>
        </p:nvSpPr>
        <p:spPr>
          <a:xfrm>
            <a:off x="11777472" y="6217920"/>
            <a:ext cx="0" cy="274320"/>
          </a:xfrm>
          <a:prstGeom prst="line">
            <a:avLst/>
          </a:prstGeom>
          <a:noFill/>
          <a:ln w="25400">
            <a:solidFill>
              <a:srgbClr val="F472B6"/>
            </a:solidFill>
          </a:ln>
        </p:spPr>
      </p:sp>
      <p:sp>
        <p:nvSpPr>
          <p:cNvPr id="906" name="Theme decor 6"/>
          <p:cNvSpPr/>
          <p:nvPr userDrawn="1"/>
        </p:nvSpPr>
        <p:spPr>
          <a:xfrm>
            <a:off x="11475720" y="530352"/>
            <a:ext cx="91440" cy="91440"/>
          </a:xfrm>
          <a:prstGeom prst="rect">
            <a:avLst/>
          </a:prstGeom>
          <a:solidFill>
            <a:srgbClr val="F472B6"/>
          </a:solidFill>
          <a:ln w="12700">
            <a:noFill/>
          </a:ln>
        </p:spPr>
      </p:sp>
      <p:sp>
        <p:nvSpPr>
          <p:cNvPr id="43" name="Google Shape;43;p10"/>
          <p:cNvSpPr txBox="1"/>
          <p:nvPr>
            <p:ph type="title"/>
          </p:nvPr>
        </p:nvSpPr>
        <p:spPr>
          <a:xfrm>
            <a:off x="868680" y="411480"/>
            <a:ext cx="8229600" cy="36576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buNone/>
              <a:defRPr sz="1500" b="1" spc="250">
                <a:solidFill>
                  <a:srgbClr val="22D3EE"/>
                </a:solidFill>
                <a:latin typeface="Liberation Sans Narrow"/>
                <a:ea typeface="Noto Sans CJK KR Black"/>
              </a:defRPr>
            </a:lvl1pPr>
            <a:lvl2pPr algn="l">
              <a:lnSpc>
                <a:spcPct val="100000"/>
              </a:lnSpc>
              <a:spcAft>
                <a:spcPts val="0"/>
              </a:spcAft>
              <a:buNone/>
              <a:defRPr sz="1500" b="1" spc="250">
                <a:solidFill>
                  <a:srgbClr val="22D3EE"/>
                </a:solidFill>
                <a:latin typeface="Liberation Sans Narrow"/>
                <a:ea typeface="Noto Sans CJK KR Black"/>
              </a:defRPr>
            </a:lvl2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10972800" y="6355080"/>
            <a:ext cx="548640" cy="27432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algn="r">
              <a:lnSpc>
                <a:spcPct val="100000"/>
              </a:lnSpc>
              <a:spcAft>
                <a:spcPts val="0"/>
              </a:spcAft>
              <a:buNone/>
              <a:defRPr sz="1100" b="0">
                <a:solidFill>
                  <a:srgbClr val="A78BFA"/>
                </a:solidFill>
                <a:latin typeface="Liberation Sans Narrow"/>
                <a:ea typeface="Noto Sans CJK KR Black"/>
              </a:defRPr>
            </a:lvl1pPr>
            <a:lvl2pPr algn="r">
              <a:lnSpc>
                <a:spcPct val="100000"/>
              </a:lnSpc>
              <a:spcAft>
                <a:spcPts val="0"/>
              </a:spcAft>
              <a:buNone/>
              <a:defRPr sz="1100" b="0">
                <a:solidFill>
                  <a:srgbClr val="A78BFA"/>
                </a:solidFill>
                <a:latin typeface="Liberation Sans Narrow"/>
                <a:ea typeface="Noto Sans CJK KR Black"/>
              </a:defRPr>
            </a:lvl2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10"/>
          <p:cNvSpPr txBox="1"/>
          <p:nvPr>
            <p:ph idx="11" type="ftr"/>
          </p:nvPr>
        </p:nvSpPr>
        <p:spPr>
          <a:xfrm>
            <a:off x="8008940" y="6626022"/>
            <a:ext cx="4114697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RVLAB Content 1"/>
          <p:cNvSpPr/>
          <p:nvPr>
            <p:ph idx="1"/>
          </p:nvPr>
        </p:nvSpPr>
        <p:spPr>
          <a:xfrm>
            <a:off x="731520" y="1143000"/>
            <a:ext cx="3392424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000">
                <a:solidFill>
                  <a:srgbClr val="E5E7EB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9pPr>
          </a:lstStyle>
          <a:p/>
        </p:txBody>
      </p:sp>
      <p:sp>
        <p:nvSpPr>
          <p:cNvPr id="102" name="RVLAB Content 2"/>
          <p:cNvSpPr/>
          <p:nvPr>
            <p:ph idx="2"/>
          </p:nvPr>
        </p:nvSpPr>
        <p:spPr>
          <a:xfrm>
            <a:off x="4398264" y="1143000"/>
            <a:ext cx="3392424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000">
                <a:solidFill>
                  <a:srgbClr val="E5E7EB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9pPr>
          </a:lstStyle>
          <a:p/>
        </p:txBody>
      </p:sp>
      <p:sp>
        <p:nvSpPr>
          <p:cNvPr id="103" name="RVLAB Content 3"/>
          <p:cNvSpPr/>
          <p:nvPr>
            <p:ph idx="3"/>
          </p:nvPr>
        </p:nvSpPr>
        <p:spPr>
          <a:xfrm>
            <a:off x="8065008" y="1143000"/>
            <a:ext cx="3392424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000">
                <a:solidFill>
                  <a:srgbClr val="E5E7EB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 preserve="1">
  <p:cSld name="RVLAB Figure Grid 4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Theme decor 1"/>
          <p:cNvSpPr/>
          <p:nvPr userDrawn="1"/>
        </p:nvSpPr>
        <p:spPr>
          <a:xfrm>
            <a:off x="548640" y="914400"/>
            <a:ext cx="11091672" cy="0"/>
          </a:xfrm>
          <a:prstGeom prst="line">
            <a:avLst/>
          </a:prstGeom>
          <a:noFill/>
          <a:ln w="12700">
            <a:solidFill>
              <a:srgbClr val="1E2A44"/>
            </a:solidFill>
          </a:ln>
        </p:spPr>
      </p:sp>
      <p:sp>
        <p:nvSpPr>
          <p:cNvPr id="902" name="Theme decor 2"/>
          <p:cNvSpPr/>
          <p:nvPr userDrawn="1"/>
        </p:nvSpPr>
        <p:spPr>
          <a:xfrm>
            <a:off x="411480" y="365760"/>
            <a:ext cx="274320" cy="0"/>
          </a:xfrm>
          <a:prstGeom prst="line">
            <a:avLst/>
          </a:prstGeom>
          <a:noFill/>
          <a:ln w="25400">
            <a:solidFill>
              <a:srgbClr val="22D3EE"/>
            </a:solidFill>
          </a:ln>
        </p:spPr>
      </p:sp>
      <p:sp>
        <p:nvSpPr>
          <p:cNvPr id="903" name="Theme decor 3"/>
          <p:cNvSpPr/>
          <p:nvPr userDrawn="1"/>
        </p:nvSpPr>
        <p:spPr>
          <a:xfrm>
            <a:off x="411480" y="365760"/>
            <a:ext cx="0" cy="274320"/>
          </a:xfrm>
          <a:prstGeom prst="line">
            <a:avLst/>
          </a:prstGeom>
          <a:noFill/>
          <a:ln w="25400">
            <a:solidFill>
              <a:srgbClr val="22D3EE"/>
            </a:solidFill>
          </a:ln>
        </p:spPr>
      </p:sp>
      <p:sp>
        <p:nvSpPr>
          <p:cNvPr id="904" name="Theme decor 4"/>
          <p:cNvSpPr/>
          <p:nvPr userDrawn="1"/>
        </p:nvSpPr>
        <p:spPr>
          <a:xfrm>
            <a:off x="11503152" y="6492240"/>
            <a:ext cx="274320" cy="0"/>
          </a:xfrm>
          <a:prstGeom prst="line">
            <a:avLst/>
          </a:prstGeom>
          <a:noFill/>
          <a:ln w="25400">
            <a:solidFill>
              <a:srgbClr val="F472B6"/>
            </a:solidFill>
          </a:ln>
        </p:spPr>
      </p:sp>
      <p:sp>
        <p:nvSpPr>
          <p:cNvPr id="905" name="Theme decor 5"/>
          <p:cNvSpPr/>
          <p:nvPr userDrawn="1"/>
        </p:nvSpPr>
        <p:spPr>
          <a:xfrm>
            <a:off x="11777472" y="6217920"/>
            <a:ext cx="0" cy="274320"/>
          </a:xfrm>
          <a:prstGeom prst="line">
            <a:avLst/>
          </a:prstGeom>
          <a:noFill/>
          <a:ln w="25400">
            <a:solidFill>
              <a:srgbClr val="F472B6"/>
            </a:solidFill>
          </a:ln>
        </p:spPr>
      </p:sp>
      <p:sp>
        <p:nvSpPr>
          <p:cNvPr id="906" name="Theme decor 6"/>
          <p:cNvSpPr/>
          <p:nvPr userDrawn="1"/>
        </p:nvSpPr>
        <p:spPr>
          <a:xfrm>
            <a:off x="11475720" y="530352"/>
            <a:ext cx="91440" cy="91440"/>
          </a:xfrm>
          <a:prstGeom prst="rect">
            <a:avLst/>
          </a:prstGeom>
          <a:solidFill>
            <a:srgbClr val="F472B6"/>
          </a:solidFill>
          <a:ln w="12700">
            <a:noFill/>
          </a:ln>
        </p:spPr>
      </p:sp>
      <p:sp>
        <p:nvSpPr>
          <p:cNvPr id="43" name="Google Shape;43;p10"/>
          <p:cNvSpPr txBox="1"/>
          <p:nvPr>
            <p:ph type="title"/>
          </p:nvPr>
        </p:nvSpPr>
        <p:spPr>
          <a:xfrm>
            <a:off x="868680" y="411480"/>
            <a:ext cx="8229600" cy="36576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buNone/>
              <a:defRPr sz="1500" b="1" spc="250">
                <a:solidFill>
                  <a:srgbClr val="22D3EE"/>
                </a:solidFill>
                <a:latin typeface="Liberation Sans Narrow"/>
                <a:ea typeface="Noto Sans CJK KR Black"/>
              </a:defRPr>
            </a:lvl1pPr>
            <a:lvl2pPr algn="l">
              <a:lnSpc>
                <a:spcPct val="100000"/>
              </a:lnSpc>
              <a:spcAft>
                <a:spcPts val="0"/>
              </a:spcAft>
              <a:buNone/>
              <a:defRPr sz="1500" b="1" spc="250">
                <a:solidFill>
                  <a:srgbClr val="22D3EE"/>
                </a:solidFill>
                <a:latin typeface="Liberation Sans Narrow"/>
                <a:ea typeface="Noto Sans CJK KR Black"/>
              </a:defRPr>
            </a:lvl2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10972800" y="6355080"/>
            <a:ext cx="548640" cy="27432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algn="r">
              <a:lnSpc>
                <a:spcPct val="100000"/>
              </a:lnSpc>
              <a:spcAft>
                <a:spcPts val="0"/>
              </a:spcAft>
              <a:buNone/>
              <a:defRPr sz="1100" b="0">
                <a:solidFill>
                  <a:srgbClr val="A78BFA"/>
                </a:solidFill>
                <a:latin typeface="Liberation Sans Narrow"/>
                <a:ea typeface="Noto Sans CJK KR Black"/>
              </a:defRPr>
            </a:lvl1pPr>
            <a:lvl2pPr algn="r">
              <a:lnSpc>
                <a:spcPct val="100000"/>
              </a:lnSpc>
              <a:spcAft>
                <a:spcPts val="0"/>
              </a:spcAft>
              <a:buNone/>
              <a:defRPr sz="1100" b="0">
                <a:solidFill>
                  <a:srgbClr val="A78BFA"/>
                </a:solidFill>
                <a:latin typeface="Liberation Sans Narrow"/>
                <a:ea typeface="Noto Sans CJK KR Black"/>
              </a:defRPr>
            </a:lvl2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10"/>
          <p:cNvSpPr txBox="1"/>
          <p:nvPr>
            <p:ph idx="11" type="ftr"/>
          </p:nvPr>
        </p:nvSpPr>
        <p:spPr>
          <a:xfrm>
            <a:off x="8008940" y="6626022"/>
            <a:ext cx="4114697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RVLAB Content 1"/>
          <p:cNvSpPr/>
          <p:nvPr>
            <p:ph idx="1"/>
          </p:nvPr>
        </p:nvSpPr>
        <p:spPr>
          <a:xfrm>
            <a:off x="731520" y="1143000"/>
            <a:ext cx="5225796" cy="2491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000">
                <a:solidFill>
                  <a:srgbClr val="E5E7EB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9pPr>
          </a:lstStyle>
          <a:p/>
        </p:txBody>
      </p:sp>
      <p:sp>
        <p:nvSpPr>
          <p:cNvPr id="102" name="RVLAB Content 2"/>
          <p:cNvSpPr/>
          <p:nvPr>
            <p:ph idx="2"/>
          </p:nvPr>
        </p:nvSpPr>
        <p:spPr>
          <a:xfrm>
            <a:off x="6231636" y="1143000"/>
            <a:ext cx="5225796" cy="2491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000">
                <a:solidFill>
                  <a:srgbClr val="E5E7EB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9pPr>
          </a:lstStyle>
          <a:p/>
        </p:txBody>
      </p:sp>
      <p:sp>
        <p:nvSpPr>
          <p:cNvPr id="103" name="RVLAB Content 3"/>
          <p:cNvSpPr/>
          <p:nvPr>
            <p:ph idx="3"/>
          </p:nvPr>
        </p:nvSpPr>
        <p:spPr>
          <a:xfrm>
            <a:off x="731520" y="3909060"/>
            <a:ext cx="5225796" cy="2491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000">
                <a:solidFill>
                  <a:srgbClr val="E5E7EB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9pPr>
          </a:lstStyle>
          <a:p/>
        </p:txBody>
      </p:sp>
      <p:sp>
        <p:nvSpPr>
          <p:cNvPr id="104" name="RVLAB Content 4"/>
          <p:cNvSpPr/>
          <p:nvPr>
            <p:ph idx="4"/>
          </p:nvPr>
        </p:nvSpPr>
        <p:spPr>
          <a:xfrm>
            <a:off x="6231636" y="3909060"/>
            <a:ext cx="5225796" cy="2491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000">
                <a:solidFill>
                  <a:srgbClr val="E5E7EB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E5E7EB"/>
                </a:solidFill>
                <a:latin typeface="Arial"/>
                <a:ea typeface="Malgun Gothic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Relationship Id="rvlabLayout5" Type="http://schemas.openxmlformats.org/officeDocument/2006/relationships/slideLayout" Target="../slideLayouts/slideLayout5.xml"/><Relationship Id="rvlabLayout6" Type="http://schemas.openxmlformats.org/officeDocument/2006/relationships/slideLayout" Target="../slideLayouts/slideLayout6.xml"/><Relationship Id="rvlabLayout7" Type="http://schemas.openxmlformats.org/officeDocument/2006/relationships/slideLayout" Target="../slideLayouts/slideLayout7.xml"/><Relationship Id="rvlabLayout8" Type="http://schemas.openxmlformats.org/officeDocument/2006/relationships/slideLayout" Target="../slideLayouts/slideLayout8.xml"/><Relationship Id="rvlabLayout9" Type="http://schemas.openxmlformats.org/officeDocument/2006/relationships/slideLayout" Target="../slideLayouts/slideLayout9.xml"/><Relationship Id="rvlabLayout10" Type="http://schemas.openxmlformats.org/officeDocument/2006/relationships/slideLayout" Target="../slideLayouts/slideLayout10.xml"/><Relationship Id="rvlabLayout11" Type="http://schemas.openxmlformats.org/officeDocument/2006/relationships/slideLayout" Target="../slideLayouts/slideLayout11.xml"/><Relationship Id="rvlabLayout12" Type="http://schemas.openxmlformats.org/officeDocument/2006/relationships/slideLayout" Target="../slideLayouts/slideLayout12.xml"/><Relationship Id="rvlabLayout13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  <a:effectLst/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type="title"/>
          </p:nvPr>
        </p:nvSpPr>
        <p:spPr>
          <a:xfrm>
            <a:off x="838179" y="365126"/>
            <a:ext cx="1051533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6"/>
          <p:cNvSpPr txBox="1"/>
          <p:nvPr>
            <p:ph idx="1" type="body"/>
          </p:nvPr>
        </p:nvSpPr>
        <p:spPr>
          <a:xfrm>
            <a:off x="838179" y="1825625"/>
            <a:ext cx="10515337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2" name="Google Shape;12;p6"/>
          <p:cNvSpPr txBox="1"/>
          <p:nvPr>
            <p:ph idx="10" type="dt"/>
          </p:nvPr>
        </p:nvSpPr>
        <p:spPr>
          <a:xfrm>
            <a:off x="838179" y="6356351"/>
            <a:ext cx="274313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3" name="Google Shape;13;p6"/>
          <p:cNvSpPr txBox="1"/>
          <p:nvPr>
            <p:ph idx="11" type="ftr"/>
          </p:nvPr>
        </p:nvSpPr>
        <p:spPr>
          <a:xfrm>
            <a:off x="4038499" y="6356351"/>
            <a:ext cx="411469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4" name="Google Shape;14;p6"/>
          <p:cNvSpPr txBox="1"/>
          <p:nvPr>
            <p:ph idx="12" type="sldNum"/>
          </p:nvPr>
        </p:nvSpPr>
        <p:spPr>
          <a:xfrm>
            <a:off x="8610385" y="6356351"/>
            <a:ext cx="274313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vlabLayout5"/>
    <p:sldLayoutId id="2147483654" r:id="rvlabLayout6"/>
    <p:sldLayoutId id="2147483655" r:id="rvlabLayout7"/>
    <p:sldLayoutId id="2147483656" r:id="rvlabLayout8"/>
    <p:sldLayoutId id="2147483657" r:id="rvlabLayout9"/>
    <p:sldLayoutId id="2147483658" r:id="rvlabLayout10"/>
    <p:sldLayoutId id="2147483659" r:id="rvlabLayout11"/>
    <p:sldLayoutId id="2147483660" r:id="rvlabLayout12"/>
    <p:sldLayoutId id="2147483661" r:id="rvlabLayout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E5E7EB"/>
        </a:buClr>
        <a:buFont typeface="Arial"/>
        <a:defRPr b="0" i="0" spc="0" sz="1400" u="none" cap="none" strike="noStrike">
          <a:solidFill>
            <a:srgbClr val="E5E7EB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E5E7EB"/>
        </a:buClr>
        <a:buFont typeface="Arial"/>
        <a:defRPr b="0" i="0" spc="0" sz="1400" u="none" cap="none" strike="noStrike">
          <a:solidFill>
            <a:srgbClr val="E5E7EB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E5E7EB"/>
        </a:buClr>
        <a:buFont typeface="Arial"/>
        <a:defRPr b="0" i="0" spc="0" sz="1400" u="none" cap="none" strike="noStrike">
          <a:solidFill>
            <a:srgbClr val="E5E7EB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E5E7EB"/>
        </a:buClr>
        <a:buFont typeface="Arial"/>
        <a:defRPr b="0" i="0" spc="0" sz="1400" u="none" cap="none" strike="noStrike">
          <a:solidFill>
            <a:srgbClr val="E5E7EB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E5E7EB"/>
        </a:buClr>
        <a:buFont typeface="Arial"/>
        <a:defRPr b="0" i="0" spc="0" sz="1400" u="none" cap="none" strike="noStrike">
          <a:solidFill>
            <a:srgbClr val="E5E7EB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E5E7EB"/>
        </a:buClr>
        <a:buFont typeface="Arial"/>
        <a:defRPr b="0" i="0" spc="0" sz="1400" u="none" cap="none" strike="noStrike">
          <a:solidFill>
            <a:srgbClr val="E5E7EB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E5E7EB"/>
        </a:buClr>
        <a:buFont typeface="Arial"/>
        <a:defRPr b="0" i="0" spc="0" sz="1400" u="none" cap="none" strike="noStrike">
          <a:solidFill>
            <a:srgbClr val="E5E7EB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E5E7EB"/>
        </a:buClr>
        <a:buFont typeface="Arial"/>
        <a:defRPr b="0" i="0" spc="0" sz="1400" u="none" cap="none" strike="noStrike">
          <a:solidFill>
            <a:srgbClr val="E5E7EB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E5E7EB"/>
        </a:buClr>
        <a:buFont typeface="Arial"/>
        <a:defRPr b="0" i="0" spc="0" sz="1400" u="none" cap="none" strike="noStrike">
          <a:solidFill>
            <a:srgbClr val="E5E7EB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E5E7EB"/>
        </a:buClr>
        <a:buFont typeface="Arial"/>
        <a:defRPr b="0" i="0" spc="0" sz="1400" u="none" cap="none" strike="noStrike">
          <a:solidFill>
            <a:srgbClr val="E5E7EB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E5E7EB"/>
        </a:buClr>
        <a:buFont typeface="Arial"/>
        <a:defRPr b="0" i="0" spc="0" sz="1400" u="none" cap="none" strike="noStrike">
          <a:solidFill>
            <a:srgbClr val="E5E7EB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E5E7EB"/>
        </a:buClr>
        <a:buFont typeface="Arial"/>
        <a:defRPr b="0" i="0" spc="0" sz="1400" u="none" cap="none" strike="noStrike">
          <a:solidFill>
            <a:srgbClr val="E5E7EB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E5E7EB"/>
        </a:buClr>
        <a:buFont typeface="Arial"/>
        <a:defRPr b="0" i="0" spc="0" sz="1400" u="none" cap="none" strike="noStrike">
          <a:solidFill>
            <a:srgbClr val="E5E7EB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E5E7EB"/>
        </a:buClr>
        <a:buFont typeface="Arial"/>
        <a:defRPr b="0" i="0" spc="0" sz="1400" u="none" cap="none" strike="noStrike">
          <a:solidFill>
            <a:srgbClr val="E5E7EB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E5E7EB"/>
        </a:buClr>
        <a:buFont typeface="Arial"/>
        <a:defRPr b="0" i="0" spc="0" sz="1400" u="none" cap="none" strike="noStrike">
          <a:solidFill>
            <a:srgbClr val="E5E7EB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E5E7EB"/>
        </a:buClr>
        <a:buFont typeface="Arial"/>
        <a:defRPr b="0" i="0" spc="0" sz="1400" u="none" cap="none" strike="noStrike">
          <a:solidFill>
            <a:srgbClr val="E5E7EB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E5E7EB"/>
        </a:buClr>
        <a:buFont typeface="Arial"/>
        <a:defRPr b="0" i="0" spc="0" sz="1400" u="none" cap="none" strike="noStrike">
          <a:solidFill>
            <a:srgbClr val="E5E7EB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E5E7EB"/>
        </a:buClr>
        <a:buFont typeface="Arial"/>
        <a:defRPr b="0" i="0" spc="0" sz="1400" u="none" cap="none" strike="noStrike">
          <a:solidFill>
            <a:srgbClr val="E5E7EB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E5E7EB"/>
        </a:buClr>
        <a:buFont typeface="Arial"/>
        <a:defRPr b="0" i="0" spc="0" sz="1400" u="none" cap="none" strike="noStrike">
          <a:solidFill>
            <a:srgbClr val="E5E7EB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E5E7EB"/>
        </a:buClr>
        <a:buFont typeface="Arial"/>
        <a:defRPr b="0" i="0" spc="0" sz="1400" u="none" cap="none" strike="noStrike">
          <a:solidFill>
            <a:srgbClr val="E5E7EB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E5E7EB"/>
        </a:buClr>
        <a:buFont typeface="Arial"/>
        <a:defRPr b="0" i="0" spc="0" sz="1400" u="none" cap="none" strike="noStrike">
          <a:solidFill>
            <a:srgbClr val="E5E7EB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E5E7EB"/>
        </a:buClr>
        <a:buFont typeface="Arial"/>
        <a:defRPr b="0" i="0" spc="0" sz="1400" u="none" cap="none" strike="noStrike">
          <a:solidFill>
            <a:srgbClr val="E5E7EB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E5E7EB"/>
        </a:buClr>
        <a:buFont typeface="Arial"/>
        <a:defRPr b="0" i="0" spc="0" sz="1400" u="none" cap="none" strike="noStrike">
          <a:solidFill>
            <a:srgbClr val="E5E7EB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E5E7EB"/>
        </a:buClr>
        <a:buFont typeface="Arial"/>
        <a:defRPr b="0" i="0" spc="0" sz="1400" u="none" cap="none" strike="noStrike">
          <a:solidFill>
            <a:srgbClr val="E5E7EB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E5E7EB"/>
        </a:buClr>
        <a:buFont typeface="Arial"/>
        <a:defRPr b="0" i="0" spc="0" sz="1400" u="none" cap="none" strike="noStrike">
          <a:solidFill>
            <a:srgbClr val="E5E7EB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E5E7EB"/>
        </a:buClr>
        <a:buFont typeface="Arial"/>
        <a:defRPr b="0" i="0" spc="0" sz="1400" u="none" cap="none" strike="noStrike">
          <a:solidFill>
            <a:srgbClr val="E5E7EB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E5E7EB"/>
        </a:buClr>
        <a:buFont typeface="Arial"/>
        <a:defRPr b="0" i="0" spc="0" sz="1400" u="none" cap="none" strike="noStrike">
          <a:solidFill>
            <a:srgbClr val="E5E7EB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E5E7EB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E5E7EB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E5E7EB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E5E7EB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 테마">
      <a:dk1>
        <a:srgbClr val="E5E7EB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E5E7EB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E5E7EB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E5E7EB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/>
</file>