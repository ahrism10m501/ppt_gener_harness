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Sz cy="6858000" cx="12191695" type="screen16x9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n/rVjmUmMHsZuiS0dxXj2XCPf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731520" y="2011680"/>
            <a:ext cx="1097280" cy="73152"/>
          </a:xfrm>
          <a:prstGeom prst="rect">
            <a:avLst/>
          </a:prstGeom>
          <a:solidFill>
            <a:srgbClr val="2B59FF"/>
          </a:solidFill>
          <a:ln w="12700">
            <a:noFill/>
          </a:ln>
        </p:spPr>
      </p:sp>
      <p:sp>
        <p:nvSpPr>
          <p:cNvPr id="902" name="Theme decor 2"/>
          <p:cNvSpPr/>
          <p:nvPr userDrawn="1"/>
        </p:nvSpPr>
        <p:spPr>
          <a:xfrm>
            <a:off x="731520" y="4846320"/>
            <a:ext cx="10725912" cy="0"/>
          </a:xfrm>
          <a:prstGeom prst="line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731520" y="2240280"/>
            <a:ext cx="10725912" cy="100584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rgbClr val="111827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731520" y="3337560"/>
            <a:ext cx="10725912" cy="54864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22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22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731520" y="5074920"/>
            <a:ext cx="7315200" cy="36576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rgbClr val="111827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731520" y="5440680"/>
            <a:ext cx="9144000" cy="7315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26" name="Google Shape;26;p7"/>
          <p:cNvSpPr txBox="1"/>
          <p:nvPr>
            <p:ph idx="4" type="body"/>
          </p:nvPr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 txBox="1"/>
          <p:nvPr userDrawn="1"/>
        </p:nvSpPr>
        <p:spPr>
          <a:xfrm>
            <a:off x="731520" y="1188720"/>
            <a:ext cx="2926080" cy="640080"/>
          </a:xfrm>
          <a:prstGeom prst="rect">
            <a:avLst/>
          </a:prstGeom>
          <a:noFill/>
          <a:ln w="12700">
            <a:noFill/>
          </a:ln>
        </p:spPr>
        <p:txBody>
          <a:bodyPr lIns="0" rIns="0" tIns="0" bIns="0" wrap="square" anchor="t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3000" b="1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3000" b="1">
                <a:solidFill>
                  <a:srgbClr val="111827"/>
                </a:solidFill>
                <a:latin typeface="Arial"/>
                <a:ea typeface="Malgun Gothic"/>
              </a:defRPr>
            </a:lvl2pPr>
          </a:lstStyle>
          <a:p>
            <a:r>
              <a:rPr sz="3000" b="1">
                <a:solidFill>
                  <a:srgbClr val="111827"/>
                </a:solidFill>
                <a:latin typeface="Arial"/>
                <a:ea typeface="Malgun Gothic"/>
              </a:rPr>
              <a:t>Contents</a:t>
            </a:r>
          </a:p>
        </p:txBody>
      </p:sp>
      <p:sp>
        <p:nvSpPr>
          <p:cNvPr id="902" name="Theme decor 2"/>
          <p:cNvSpPr/>
          <p:nvPr userDrawn="1"/>
        </p:nvSpPr>
        <p:spPr>
          <a:xfrm>
            <a:off x="731520" y="1005840"/>
            <a:ext cx="548640" cy="54864"/>
          </a:xfrm>
          <a:prstGeom prst="rect">
            <a:avLst/>
          </a:prstGeom>
          <a:solidFill>
            <a:srgbClr val="2B59FF"/>
          </a:solidFill>
          <a:ln w="12700">
            <a:noFill/>
          </a:ln>
        </p:spPr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4023360" y="1188720"/>
            <a:ext cx="7406640" cy="512064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600"/>
              </a:spcAft>
              <a:buNone/>
              <a:defRPr sz="2200" b="1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400"/>
              </a:spcAft>
              <a:buNone/>
              <a:defRPr sz="17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>
  <p:cSld name="2_제목 및 내용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731520" y="2514600"/>
            <a:ext cx="1097280" cy="73152"/>
          </a:xfrm>
          <a:prstGeom prst="rect">
            <a:avLst/>
          </a:prstGeom>
          <a:solidFill>
            <a:srgbClr val="2B59FF"/>
          </a:solidFill>
          <a:ln w="12700">
            <a:noFill/>
          </a:ln>
        </p:spPr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731520" y="3749040"/>
            <a:ext cx="10725912" cy="54864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37" name="Google Shape;37;p9"/>
          <p:cNvSpPr txBox="1"/>
          <p:nvPr>
            <p:ph type="ctrTitle"/>
          </p:nvPr>
        </p:nvSpPr>
        <p:spPr>
          <a:xfrm>
            <a:off x="731520" y="2743200"/>
            <a:ext cx="10725912" cy="9144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rgbClr val="111827"/>
                </a:solidFill>
                <a:latin typeface="Arial"/>
                <a:ea typeface="Malgun Gothic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411480" y="274320"/>
            <a:ext cx="548640" cy="54864"/>
          </a:xfrm>
          <a:prstGeom prst="rect">
            <a:avLst/>
          </a:prstGeom>
          <a:solidFill>
            <a:srgbClr val="2B59FF"/>
          </a:solidFill>
          <a:ln w="12700">
            <a:noFill/>
          </a:ln>
        </p:spPr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01042" y="903151"/>
            <a:ext cx="10515337" cy="2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838179" y="95107"/>
            <a:ext cx="2263010" cy="511062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400" b="1" spc="15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400" b="1" spc="15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 preserve="1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731520" y="2011680"/>
            <a:ext cx="1097280" cy="73152"/>
          </a:xfrm>
          <a:prstGeom prst="rect">
            <a:avLst/>
          </a:prstGeom>
          <a:solidFill>
            <a:srgbClr val="2B59FF"/>
          </a:solidFill>
          <a:ln w="12700">
            <a:noFill/>
          </a:ln>
        </p:spPr>
      </p:sp>
      <p:sp>
        <p:nvSpPr>
          <p:cNvPr id="902" name="Theme decor 2"/>
          <p:cNvSpPr/>
          <p:nvPr userDrawn="1"/>
        </p:nvSpPr>
        <p:spPr>
          <a:xfrm>
            <a:off x="731520" y="4846320"/>
            <a:ext cx="10725912" cy="0"/>
          </a:xfrm>
          <a:prstGeom prst="line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731520" y="2240280"/>
            <a:ext cx="10725912" cy="100584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rgbClr val="111827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731520" y="3337560"/>
            <a:ext cx="10725912" cy="54864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22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22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731520" y="5074920"/>
            <a:ext cx="7315200" cy="36576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rgbClr val="111827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731520" y="5440680"/>
            <a:ext cx="9144000" cy="7315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26" name="Google Shape;26;p7"/>
          <p:cNvSpPr txBox="1"/>
          <p:nvPr>
            <p:ph idx="4" type="body"/>
          </p:nvPr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3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 type="secHead" preserve="1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731520" y="2514600"/>
            <a:ext cx="1097280" cy="73152"/>
          </a:xfrm>
          <a:prstGeom prst="rect">
            <a:avLst/>
          </a:prstGeom>
          <a:solidFill>
            <a:srgbClr val="2B59FF"/>
          </a:solidFill>
          <a:ln w="12700">
            <a:noFill/>
          </a:ln>
        </p:spPr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731520" y="3749040"/>
            <a:ext cx="10725912" cy="54864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20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731520" y="2743200"/>
            <a:ext cx="10725912" cy="9144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4000" b="1">
                <a:solidFill>
                  <a:srgbClr val="111827"/>
                </a:solidFill>
                <a:latin typeface="Arial"/>
                <a:ea typeface="Malgun Gothic"/>
              </a:defRPr>
            </a:lvl2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411480" y="274320"/>
            <a:ext cx="548640" cy="54864"/>
          </a:xfrm>
          <a:prstGeom prst="rect">
            <a:avLst/>
          </a:prstGeom>
          <a:solidFill>
            <a:srgbClr val="2B59FF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411480" y="384048"/>
            <a:ext cx="8229600" cy="36576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400" b="1" spc="15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400" b="1" spc="15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14400"/>
            <a:ext cx="11365992" cy="553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411480" y="274320"/>
            <a:ext cx="548640" cy="54864"/>
          </a:xfrm>
          <a:prstGeom prst="rect">
            <a:avLst/>
          </a:prstGeom>
          <a:solidFill>
            <a:srgbClr val="2B59FF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411480" y="384048"/>
            <a:ext cx="8229600" cy="36576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400" b="1" spc="15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400" b="1" spc="15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14400"/>
            <a:ext cx="5545836" cy="553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31636" y="914400"/>
            <a:ext cx="5545836" cy="553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mparis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411480" y="274320"/>
            <a:ext cx="548640" cy="54864"/>
          </a:xfrm>
          <a:prstGeom prst="rect">
            <a:avLst/>
          </a:prstGeom>
          <a:solidFill>
            <a:srgbClr val="2B59FF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411480" y="384048"/>
            <a:ext cx="8229600" cy="36576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400" b="1" spc="15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400" b="1" spc="15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14400"/>
            <a:ext cx="5545836" cy="553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31636" y="914400"/>
            <a:ext cx="5545836" cy="553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ntent with Ca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411480" y="274320"/>
            <a:ext cx="548640" cy="54864"/>
          </a:xfrm>
          <a:prstGeom prst="rect">
            <a:avLst/>
          </a:prstGeom>
          <a:solidFill>
            <a:srgbClr val="2B59FF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411480" y="384048"/>
            <a:ext cx="8229600" cy="36576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400" b="1" spc="15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400" b="1" spc="15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14400"/>
            <a:ext cx="11365992" cy="553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411480" y="274320"/>
            <a:ext cx="548640" cy="54864"/>
          </a:xfrm>
          <a:prstGeom prst="rect">
            <a:avLst/>
          </a:prstGeom>
          <a:solidFill>
            <a:srgbClr val="2B59FF"/>
          </a:solidFill>
          <a:ln w="12700">
            <a:noFill/>
          </a:ln>
        </p:spPr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411480" y="274320"/>
            <a:ext cx="548640" cy="54864"/>
          </a:xfrm>
          <a:prstGeom prst="rect">
            <a:avLst/>
          </a:prstGeom>
          <a:solidFill>
            <a:srgbClr val="2B59FF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411480" y="384048"/>
            <a:ext cx="8229600" cy="36576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400" b="1" spc="15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400" b="1" spc="15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14400"/>
            <a:ext cx="3605784" cy="553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4291584" y="914400"/>
            <a:ext cx="3605784" cy="553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8171688" y="914400"/>
            <a:ext cx="3605784" cy="553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heme decor 1"/>
          <p:cNvSpPr/>
          <p:nvPr userDrawn="1"/>
        </p:nvSpPr>
        <p:spPr>
          <a:xfrm>
            <a:off x="411480" y="274320"/>
            <a:ext cx="548640" cy="54864"/>
          </a:xfrm>
          <a:prstGeom prst="rect">
            <a:avLst/>
          </a:prstGeom>
          <a:solidFill>
            <a:srgbClr val="2B59FF"/>
          </a:solidFill>
          <a:ln w="12700">
            <a:noFill/>
          </a:ln>
        </p:spPr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411480" y="384048"/>
            <a:ext cx="8229600" cy="36576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buNone/>
              <a:defRPr sz="1400" b="1" spc="15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l">
              <a:lnSpc>
                <a:spcPct val="100000"/>
              </a:lnSpc>
              <a:spcAft>
                <a:spcPts val="0"/>
              </a:spcAft>
              <a:buNone/>
              <a:defRPr sz="1400" b="1" spc="15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buNone/>
              <a:defRPr sz="1100" b="0">
                <a:solidFill>
                  <a:srgbClr val="6B7280"/>
                </a:solidFill>
                <a:latin typeface="Arial"/>
                <a:ea typeface="Malgun Gothic"/>
              </a:defRPr>
            </a:lvl2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14400"/>
            <a:ext cx="5545836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31636" y="914400"/>
            <a:ext cx="5545836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411480" y="3817620"/>
            <a:ext cx="5545836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4" name="RVLAB Content 4"/>
          <p:cNvSpPr/>
          <p:nvPr>
            <p:ph idx="4"/>
          </p:nvPr>
        </p:nvSpPr>
        <p:spPr>
          <a:xfrm>
            <a:off x="6231636" y="3817620"/>
            <a:ext cx="5545836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111827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111827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Relationship Id="rvlabLayout5" Type="http://schemas.openxmlformats.org/officeDocument/2006/relationships/slideLayout" Target="../slideLayouts/slideLayout5.xml"/><Relationship Id="rvlabLayout6" Type="http://schemas.openxmlformats.org/officeDocument/2006/relationships/slideLayout" Target="../slideLayouts/slideLayout6.xml"/><Relationship Id="rvlabLayout7" Type="http://schemas.openxmlformats.org/officeDocument/2006/relationships/slideLayout" Target="../slideLayouts/slideLayout7.xml"/><Relationship Id="rvlabLayout8" Type="http://schemas.openxmlformats.org/officeDocument/2006/relationships/slideLayout" Target="../slideLayouts/slideLayout8.xml"/><Relationship Id="rvlabLayout9" Type="http://schemas.openxmlformats.org/officeDocument/2006/relationships/slideLayout" Target="../slideLayouts/slideLayout9.xml"/><Relationship Id="rvlabLayout10" Type="http://schemas.openxmlformats.org/officeDocument/2006/relationships/slideLayout" Target="../slideLayouts/slideLayout10.xml"/><Relationship Id="rvlabLayout11" Type="http://schemas.openxmlformats.org/officeDocument/2006/relationships/slideLayout" Target="../slideLayouts/slideLayout11.xml"/><Relationship Id="rvlabLayout12" Type="http://schemas.openxmlformats.org/officeDocument/2006/relationships/slideLayout" Target="../slideLayouts/slideLayout12.xml"/><Relationship Id="rvlabLayout13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179" y="365126"/>
            <a:ext cx="10515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179" y="1825625"/>
            <a:ext cx="1051533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179" y="6356351"/>
            <a:ext cx="27431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499" y="6356351"/>
            <a:ext cx="41146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385" y="6356351"/>
            <a:ext cx="27431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vlabLayout5"/>
    <p:sldLayoutId id="2147483654" r:id="rvlabLayout6"/>
    <p:sldLayoutId id="2147483655" r:id="rvlabLayout7"/>
    <p:sldLayoutId id="2147483656" r:id="rvlabLayout8"/>
    <p:sldLayoutId id="2147483657" r:id="rvlabLayout9"/>
    <p:sldLayoutId id="2147483658" r:id="rvlabLayout10"/>
    <p:sldLayoutId id="2147483659" r:id="rvlabLayout11"/>
    <p:sldLayoutId id="2147483660" r:id="rvlabLayout12"/>
    <p:sldLayoutId id="2147483661" r:id="rvlabLayout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111827"/>
        </a:buClr>
        <a:buFont typeface="Arial"/>
        <a:defRPr b="0" i="0" spc="0" sz="1400" u="none" cap="none" strike="noStrike">
          <a:solidFill>
            <a:srgbClr val="111827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111827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111827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111827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111827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111827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111827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111827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111827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/>
</file>